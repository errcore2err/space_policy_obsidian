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49"/>
  </p:notesMasterIdLst>
  <p:handoutMasterIdLst>
    <p:handoutMasterId r:id="rId50"/>
  </p:handoutMasterIdLst>
  <p:sldIdLst>
    <p:sldId id="295" r:id="rId2"/>
    <p:sldId id="418" r:id="rId3"/>
    <p:sldId id="419" r:id="rId4"/>
    <p:sldId id="420" r:id="rId5"/>
    <p:sldId id="421" r:id="rId6"/>
    <p:sldId id="452" r:id="rId7"/>
    <p:sldId id="422" r:id="rId8"/>
    <p:sldId id="399" r:id="rId9"/>
    <p:sldId id="426" r:id="rId10"/>
    <p:sldId id="427" r:id="rId11"/>
    <p:sldId id="402" r:id="rId12"/>
    <p:sldId id="413" r:id="rId13"/>
    <p:sldId id="412" r:id="rId14"/>
    <p:sldId id="411" r:id="rId15"/>
    <p:sldId id="453" r:id="rId16"/>
    <p:sldId id="461" r:id="rId17"/>
    <p:sldId id="449" r:id="rId18"/>
    <p:sldId id="401" r:id="rId19"/>
    <p:sldId id="406" r:id="rId20"/>
    <p:sldId id="396" r:id="rId21"/>
    <p:sldId id="409" r:id="rId22"/>
    <p:sldId id="437" r:id="rId23"/>
    <p:sldId id="423" r:id="rId24"/>
    <p:sldId id="439" r:id="rId25"/>
    <p:sldId id="429" r:id="rId26"/>
    <p:sldId id="460" r:id="rId27"/>
    <p:sldId id="459" r:id="rId28"/>
    <p:sldId id="445" r:id="rId29"/>
    <p:sldId id="443" r:id="rId30"/>
    <p:sldId id="446" r:id="rId31"/>
    <p:sldId id="447" r:id="rId32"/>
    <p:sldId id="432" r:id="rId33"/>
    <p:sldId id="433" r:id="rId34"/>
    <p:sldId id="394" r:id="rId35"/>
    <p:sldId id="456" r:id="rId36"/>
    <p:sldId id="455" r:id="rId37"/>
    <p:sldId id="398" r:id="rId38"/>
    <p:sldId id="397" r:id="rId39"/>
    <p:sldId id="457" r:id="rId40"/>
    <p:sldId id="458" r:id="rId41"/>
    <p:sldId id="451" r:id="rId42"/>
    <p:sldId id="454" r:id="rId43"/>
    <p:sldId id="436" r:id="rId44"/>
    <p:sldId id="391" r:id="rId45"/>
    <p:sldId id="404" r:id="rId46"/>
    <p:sldId id="407" r:id="rId47"/>
    <p:sldId id="410" r:id="rId48"/>
  </p:sldIdLst>
  <p:sldSz cx="12192000" cy="6858000"/>
  <p:notesSz cx="9199563" cy="6858000"/>
  <p:defaultTextStyle>
    <a:defPPr>
      <a:defRPr lang="en-US"/>
    </a:defPPr>
    <a:lvl1pPr algn="l" rtl="0" eaLnBrk="0" fontAlgn="base" hangingPunct="0">
      <a:spcBef>
        <a:spcPct val="0"/>
      </a:spcBef>
      <a:spcAft>
        <a:spcPct val="0"/>
      </a:spcAft>
      <a:defRPr sz="2400" b="1"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400" b="1"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400" b="1"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400" b="1"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400" b="1"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400" b="1"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400" b="1"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400" b="1"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400" b="1"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72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149">
          <p15:clr>
            <a:srgbClr val="A4A3A4"/>
          </p15:clr>
        </p15:guide>
        <p15:guide id="2" pos="289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frameSlides="1"/>
  <p:clrMru>
    <a:srgbClr val="3366FF"/>
    <a:srgbClr val="65A0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103"/>
    <p:restoredTop sz="96405"/>
  </p:normalViewPr>
  <p:slideViewPr>
    <p:cSldViewPr snapToGrid="0" showGuides="1">
      <p:cViewPr varScale="1">
        <p:scale>
          <a:sx n="146" d="100"/>
          <a:sy n="146" d="100"/>
        </p:scale>
        <p:origin x="168" y="336"/>
      </p:cViewPr>
      <p:guideLst>
        <p:guide orient="horz" pos="72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 d="1"/>
        <a:sy n="1" d="1"/>
      </p:scale>
      <p:origin x="0" y="11472"/>
    </p:cViewPr>
  </p:sorterViewPr>
  <p:notesViewPr>
    <p:cSldViewPr snapToGrid="0" showGuides="1">
      <p:cViewPr>
        <p:scale>
          <a:sx n="100" d="100"/>
          <a:sy n="100" d="100"/>
        </p:scale>
        <p:origin x="3504" y="800"/>
      </p:cViewPr>
      <p:guideLst>
        <p:guide orient="horz" pos="2149"/>
        <p:guide pos="289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24F09FA9-FB06-4543-98A3-F63DB1C2183E}"/>
              </a:ext>
            </a:extLst>
          </p:cNvPr>
          <p:cNvSpPr>
            <a:spLocks noGrp="1" noChangeArrowheads="1"/>
          </p:cNvSpPr>
          <p:nvPr>
            <p:ph type="hdr" sz="quarter"/>
          </p:nvPr>
        </p:nvSpPr>
        <p:spPr bwMode="auto">
          <a:xfrm>
            <a:off x="0" y="0"/>
            <a:ext cx="3989388" cy="342900"/>
          </a:xfrm>
          <a:prstGeom prst="rect">
            <a:avLst/>
          </a:prstGeom>
          <a:noFill/>
          <a:ln w="9525">
            <a:noFill/>
            <a:miter lim="800000"/>
            <a:headEnd/>
            <a:tailEnd/>
          </a:ln>
          <a:effectLst/>
        </p:spPr>
        <p:txBody>
          <a:bodyPr vert="horz" wrap="square" lIns="91751" tIns="45876" rIns="91751" bIns="45876" numCol="1" anchor="t" anchorCtr="0" compatLnSpc="1">
            <a:prstTxWarp prst="textNoShape">
              <a:avLst/>
            </a:prstTxWarp>
          </a:bodyPr>
          <a:lstStyle>
            <a:lvl1pPr defTabSz="917575">
              <a:defRPr sz="1200">
                <a:latin typeface="Arial" pitchFamily="-106" charset="0"/>
                <a:ea typeface="ＭＳ Ｐゴシック" pitchFamily="-106" charset="-128"/>
                <a:cs typeface="ＭＳ Ｐゴシック" pitchFamily="-106" charset="-128"/>
              </a:defRPr>
            </a:lvl1pPr>
          </a:lstStyle>
          <a:p>
            <a:pPr>
              <a:defRPr/>
            </a:pPr>
            <a:endParaRPr lang="en-US"/>
          </a:p>
        </p:txBody>
      </p:sp>
      <p:sp>
        <p:nvSpPr>
          <p:cNvPr id="37891" name="Rectangle 3">
            <a:extLst>
              <a:ext uri="{FF2B5EF4-FFF2-40B4-BE49-F238E27FC236}">
                <a16:creationId xmlns:a16="http://schemas.microsoft.com/office/drawing/2014/main" id="{46F437FE-1E79-2743-8B59-62EA773CF05A}"/>
              </a:ext>
            </a:extLst>
          </p:cNvPr>
          <p:cNvSpPr>
            <a:spLocks noGrp="1" noChangeArrowheads="1"/>
          </p:cNvSpPr>
          <p:nvPr>
            <p:ph type="dt" sz="quarter" idx="1"/>
          </p:nvPr>
        </p:nvSpPr>
        <p:spPr bwMode="auto">
          <a:xfrm>
            <a:off x="5210175" y="0"/>
            <a:ext cx="3989388" cy="342900"/>
          </a:xfrm>
          <a:prstGeom prst="rect">
            <a:avLst/>
          </a:prstGeom>
          <a:noFill/>
          <a:ln w="9525">
            <a:noFill/>
            <a:miter lim="800000"/>
            <a:headEnd/>
            <a:tailEnd/>
          </a:ln>
          <a:effectLst/>
        </p:spPr>
        <p:txBody>
          <a:bodyPr vert="horz" wrap="square" lIns="91751" tIns="45876" rIns="91751" bIns="45876" numCol="1" anchor="t" anchorCtr="0" compatLnSpc="1">
            <a:prstTxWarp prst="textNoShape">
              <a:avLst/>
            </a:prstTxWarp>
          </a:bodyPr>
          <a:lstStyle>
            <a:lvl1pPr algn="r" defTabSz="917575">
              <a:defRPr sz="1200">
                <a:latin typeface="Arial" pitchFamily="-106" charset="0"/>
                <a:ea typeface="ＭＳ Ｐゴシック" pitchFamily="-106" charset="-128"/>
                <a:cs typeface="ＭＳ Ｐゴシック" pitchFamily="-106" charset="-128"/>
              </a:defRPr>
            </a:lvl1pPr>
          </a:lstStyle>
          <a:p>
            <a:pPr>
              <a:defRPr/>
            </a:pPr>
            <a:endParaRPr lang="en-US"/>
          </a:p>
        </p:txBody>
      </p:sp>
      <p:sp>
        <p:nvSpPr>
          <p:cNvPr id="37892" name="Rectangle 4">
            <a:extLst>
              <a:ext uri="{FF2B5EF4-FFF2-40B4-BE49-F238E27FC236}">
                <a16:creationId xmlns:a16="http://schemas.microsoft.com/office/drawing/2014/main" id="{8DC00123-8A83-664F-A0A7-11D26B9B111D}"/>
              </a:ext>
            </a:extLst>
          </p:cNvPr>
          <p:cNvSpPr>
            <a:spLocks noGrp="1" noChangeArrowheads="1"/>
          </p:cNvSpPr>
          <p:nvPr>
            <p:ph type="ftr" sz="quarter" idx="2"/>
          </p:nvPr>
        </p:nvSpPr>
        <p:spPr bwMode="auto">
          <a:xfrm>
            <a:off x="0" y="6515100"/>
            <a:ext cx="3989388" cy="342900"/>
          </a:xfrm>
          <a:prstGeom prst="rect">
            <a:avLst/>
          </a:prstGeom>
          <a:noFill/>
          <a:ln w="9525">
            <a:noFill/>
            <a:miter lim="800000"/>
            <a:headEnd/>
            <a:tailEnd/>
          </a:ln>
          <a:effectLst/>
        </p:spPr>
        <p:txBody>
          <a:bodyPr vert="horz" wrap="square" lIns="91751" tIns="45876" rIns="91751" bIns="45876" numCol="1" anchor="b" anchorCtr="0" compatLnSpc="1">
            <a:prstTxWarp prst="textNoShape">
              <a:avLst/>
            </a:prstTxWarp>
          </a:bodyPr>
          <a:lstStyle>
            <a:lvl1pPr defTabSz="917575">
              <a:defRPr sz="1200">
                <a:latin typeface="Arial" pitchFamily="-106" charset="0"/>
                <a:ea typeface="ＭＳ Ｐゴシック" pitchFamily="-106" charset="-128"/>
                <a:cs typeface="ＭＳ Ｐゴシック" pitchFamily="-106" charset="-128"/>
              </a:defRPr>
            </a:lvl1pPr>
          </a:lstStyle>
          <a:p>
            <a:pPr>
              <a:defRPr/>
            </a:pPr>
            <a:endParaRPr lang="en-US"/>
          </a:p>
        </p:txBody>
      </p:sp>
      <p:sp>
        <p:nvSpPr>
          <p:cNvPr id="37893" name="Rectangle 5">
            <a:extLst>
              <a:ext uri="{FF2B5EF4-FFF2-40B4-BE49-F238E27FC236}">
                <a16:creationId xmlns:a16="http://schemas.microsoft.com/office/drawing/2014/main" id="{2C58E052-5760-1E4C-ADC2-327781F8E768}"/>
              </a:ext>
            </a:extLst>
          </p:cNvPr>
          <p:cNvSpPr>
            <a:spLocks noGrp="1" noChangeArrowheads="1"/>
          </p:cNvSpPr>
          <p:nvPr>
            <p:ph type="sldNum" sz="quarter" idx="3"/>
          </p:nvPr>
        </p:nvSpPr>
        <p:spPr bwMode="auto">
          <a:xfrm>
            <a:off x="5210175" y="6515100"/>
            <a:ext cx="3989388" cy="342900"/>
          </a:xfrm>
          <a:prstGeom prst="rect">
            <a:avLst/>
          </a:prstGeom>
          <a:noFill/>
          <a:ln w="9525">
            <a:noFill/>
            <a:miter lim="800000"/>
            <a:headEnd/>
            <a:tailEnd/>
          </a:ln>
          <a:effectLst/>
        </p:spPr>
        <p:txBody>
          <a:bodyPr vert="horz" wrap="square" lIns="91751" tIns="45876" rIns="91751" bIns="45876" numCol="1" anchor="b" anchorCtr="0" compatLnSpc="1">
            <a:prstTxWarp prst="textNoShape">
              <a:avLst/>
            </a:prstTxWarp>
          </a:bodyPr>
          <a:lstStyle>
            <a:lvl1pPr algn="r" defTabSz="917575">
              <a:defRPr sz="1200"/>
            </a:lvl1pPr>
          </a:lstStyle>
          <a:p>
            <a:fld id="{525E371A-DB52-0B4B-B468-6BF11A32D748}"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1D4EA3C6-0956-3647-AC86-D77A946E03AB}"/>
              </a:ext>
            </a:extLst>
          </p:cNvPr>
          <p:cNvSpPr>
            <a:spLocks noGrp="1" noChangeArrowheads="1"/>
          </p:cNvSpPr>
          <p:nvPr>
            <p:ph type="hdr" sz="quarter"/>
          </p:nvPr>
        </p:nvSpPr>
        <p:spPr bwMode="auto">
          <a:xfrm>
            <a:off x="0" y="0"/>
            <a:ext cx="3989388" cy="342900"/>
          </a:xfrm>
          <a:prstGeom prst="rect">
            <a:avLst/>
          </a:prstGeom>
          <a:noFill/>
          <a:ln w="9525">
            <a:noFill/>
            <a:miter lim="800000"/>
            <a:headEnd/>
            <a:tailEnd/>
          </a:ln>
        </p:spPr>
        <p:txBody>
          <a:bodyPr vert="horz" wrap="square" lIns="91751" tIns="45876" rIns="91751" bIns="45876" numCol="1" anchor="t" anchorCtr="0" compatLnSpc="1">
            <a:prstTxWarp prst="textNoShape">
              <a:avLst/>
            </a:prstTxWarp>
          </a:bodyPr>
          <a:lstStyle>
            <a:lvl1pPr defTabSz="917575">
              <a:defRPr sz="1200" b="0">
                <a:latin typeface="Arial" pitchFamily="-106" charset="0"/>
                <a:ea typeface="ＭＳ Ｐゴシック" pitchFamily="-106" charset="-128"/>
                <a:cs typeface="ＭＳ Ｐゴシック" pitchFamily="-106" charset="-128"/>
              </a:defRPr>
            </a:lvl1pPr>
          </a:lstStyle>
          <a:p>
            <a:pPr>
              <a:defRPr/>
            </a:pPr>
            <a:endParaRPr lang="en-US"/>
          </a:p>
        </p:txBody>
      </p:sp>
      <p:sp>
        <p:nvSpPr>
          <p:cNvPr id="17411" name="Rectangle 3">
            <a:extLst>
              <a:ext uri="{FF2B5EF4-FFF2-40B4-BE49-F238E27FC236}">
                <a16:creationId xmlns:a16="http://schemas.microsoft.com/office/drawing/2014/main" id="{C934FACE-B366-504F-94FE-78A1B1177A84}"/>
              </a:ext>
            </a:extLst>
          </p:cNvPr>
          <p:cNvSpPr>
            <a:spLocks noGrp="1" noChangeArrowheads="1"/>
          </p:cNvSpPr>
          <p:nvPr>
            <p:ph type="dt" idx="1"/>
          </p:nvPr>
        </p:nvSpPr>
        <p:spPr bwMode="auto">
          <a:xfrm>
            <a:off x="0" y="6570663"/>
            <a:ext cx="3989388" cy="287337"/>
          </a:xfrm>
          <a:prstGeom prst="rect">
            <a:avLst/>
          </a:prstGeom>
          <a:noFill/>
          <a:ln w="9525">
            <a:noFill/>
            <a:miter lim="800000"/>
            <a:headEnd/>
            <a:tailEnd/>
          </a:ln>
        </p:spPr>
        <p:txBody>
          <a:bodyPr vert="horz" wrap="square" lIns="91751" tIns="45876" rIns="91751" bIns="45876" numCol="1" anchor="t" anchorCtr="0" compatLnSpc="1">
            <a:prstTxWarp prst="textNoShape">
              <a:avLst/>
            </a:prstTxWarp>
          </a:bodyPr>
          <a:lstStyle>
            <a:lvl1pPr defTabSz="917575">
              <a:defRPr sz="1200" b="0">
                <a:latin typeface="Arial" pitchFamily="-106" charset="0"/>
                <a:ea typeface="ＭＳ Ｐゴシック" pitchFamily="-106" charset="-128"/>
                <a:cs typeface="ＭＳ Ｐゴシック" pitchFamily="-106" charset="-128"/>
              </a:defRPr>
            </a:lvl1pPr>
          </a:lstStyle>
          <a:p>
            <a:pPr>
              <a:defRPr/>
            </a:pPr>
            <a:endParaRPr lang="en-US"/>
          </a:p>
        </p:txBody>
      </p:sp>
      <p:sp>
        <p:nvSpPr>
          <p:cNvPr id="19460" name="Rectangle 4">
            <a:extLst>
              <a:ext uri="{FF2B5EF4-FFF2-40B4-BE49-F238E27FC236}">
                <a16:creationId xmlns:a16="http://schemas.microsoft.com/office/drawing/2014/main" id="{DB902136-72E5-1942-80C7-DD77E2CD0B7F}"/>
              </a:ext>
            </a:extLst>
          </p:cNvPr>
          <p:cNvSpPr>
            <a:spLocks noGrp="1" noRot="1" noChangeAspect="1" noChangeArrowheads="1" noTextEdit="1"/>
          </p:cNvSpPr>
          <p:nvPr>
            <p:ph type="sldImg" idx="2"/>
          </p:nvPr>
        </p:nvSpPr>
        <p:spPr bwMode="auto">
          <a:xfrm>
            <a:off x="2312988" y="514350"/>
            <a:ext cx="4572000" cy="25717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3" name="Rectangle 5">
            <a:extLst>
              <a:ext uri="{FF2B5EF4-FFF2-40B4-BE49-F238E27FC236}">
                <a16:creationId xmlns:a16="http://schemas.microsoft.com/office/drawing/2014/main" id="{E41D4D42-2015-4D44-BE4D-42BA0EE25EA2}"/>
              </a:ext>
            </a:extLst>
          </p:cNvPr>
          <p:cNvSpPr>
            <a:spLocks noGrp="1" noChangeArrowheads="1"/>
          </p:cNvSpPr>
          <p:nvPr>
            <p:ph type="body" sz="quarter" idx="3"/>
          </p:nvPr>
        </p:nvSpPr>
        <p:spPr bwMode="auto">
          <a:xfrm>
            <a:off x="1227138" y="3257550"/>
            <a:ext cx="6745287" cy="3086100"/>
          </a:xfrm>
          <a:prstGeom prst="rect">
            <a:avLst/>
          </a:prstGeom>
          <a:noFill/>
          <a:ln w="9525">
            <a:noFill/>
            <a:miter lim="800000"/>
            <a:headEnd/>
            <a:tailEnd/>
          </a:ln>
        </p:spPr>
        <p:txBody>
          <a:bodyPr vert="horz" wrap="square" lIns="91751" tIns="45876" rIns="91751" bIns="4587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414" name="Rectangle 6">
            <a:extLst>
              <a:ext uri="{FF2B5EF4-FFF2-40B4-BE49-F238E27FC236}">
                <a16:creationId xmlns:a16="http://schemas.microsoft.com/office/drawing/2014/main" id="{22A54DC6-37A5-7E4C-8204-F2230DC8DD5B}"/>
              </a:ext>
            </a:extLst>
          </p:cNvPr>
          <p:cNvSpPr>
            <a:spLocks noGrp="1" noChangeArrowheads="1"/>
          </p:cNvSpPr>
          <p:nvPr>
            <p:ph type="ftr" sz="quarter" idx="4"/>
          </p:nvPr>
        </p:nvSpPr>
        <p:spPr bwMode="auto">
          <a:xfrm>
            <a:off x="2733675" y="6515100"/>
            <a:ext cx="3987800" cy="342900"/>
          </a:xfrm>
          <a:prstGeom prst="rect">
            <a:avLst/>
          </a:prstGeom>
          <a:noFill/>
          <a:ln w="9525">
            <a:noFill/>
            <a:miter lim="800000"/>
            <a:headEnd/>
            <a:tailEnd/>
          </a:ln>
        </p:spPr>
        <p:txBody>
          <a:bodyPr vert="horz" wrap="square" lIns="91751" tIns="45876" rIns="91751" bIns="45876" numCol="1" anchor="b" anchorCtr="0" compatLnSpc="1">
            <a:prstTxWarp prst="textNoShape">
              <a:avLst/>
            </a:prstTxWarp>
          </a:bodyPr>
          <a:lstStyle>
            <a:lvl1pPr defTabSz="917575">
              <a:defRPr sz="1200" b="0">
                <a:latin typeface="Arial" pitchFamily="-106" charset="0"/>
                <a:ea typeface="ＭＳ Ｐゴシック" pitchFamily="-106" charset="-128"/>
                <a:cs typeface="ＭＳ Ｐゴシック" pitchFamily="-106" charset="-128"/>
              </a:defRPr>
            </a:lvl1pPr>
          </a:lstStyle>
          <a:p>
            <a:pPr>
              <a:defRPr/>
            </a:pPr>
            <a:endParaRPr lang="en-US"/>
          </a:p>
        </p:txBody>
      </p:sp>
      <p:sp>
        <p:nvSpPr>
          <p:cNvPr id="17415" name="Rectangle 7">
            <a:extLst>
              <a:ext uri="{FF2B5EF4-FFF2-40B4-BE49-F238E27FC236}">
                <a16:creationId xmlns:a16="http://schemas.microsoft.com/office/drawing/2014/main" id="{0E29DC75-211C-5E4E-9E4F-46928958A08E}"/>
              </a:ext>
            </a:extLst>
          </p:cNvPr>
          <p:cNvSpPr>
            <a:spLocks noGrp="1" noChangeArrowheads="1"/>
          </p:cNvSpPr>
          <p:nvPr>
            <p:ph type="sldNum" sz="quarter" idx="5"/>
          </p:nvPr>
        </p:nvSpPr>
        <p:spPr bwMode="auto">
          <a:xfrm>
            <a:off x="5210175" y="6515100"/>
            <a:ext cx="3989388" cy="342900"/>
          </a:xfrm>
          <a:prstGeom prst="rect">
            <a:avLst/>
          </a:prstGeom>
          <a:noFill/>
          <a:ln w="9525">
            <a:noFill/>
            <a:miter lim="800000"/>
            <a:headEnd/>
            <a:tailEnd/>
          </a:ln>
        </p:spPr>
        <p:txBody>
          <a:bodyPr vert="horz" wrap="square" lIns="91751" tIns="45876" rIns="91751" bIns="45876" numCol="1" anchor="b" anchorCtr="0" compatLnSpc="1">
            <a:prstTxWarp prst="textNoShape">
              <a:avLst/>
            </a:prstTxWarp>
          </a:bodyPr>
          <a:lstStyle>
            <a:lvl1pPr algn="r" defTabSz="917575">
              <a:defRPr sz="1200" b="0"/>
            </a:lvl1pPr>
          </a:lstStyle>
          <a:p>
            <a:fld id="{8972C408-6826-784F-A19E-BBA6D3CC5822}"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112" charset="0"/>
        <a:ea typeface="ＭＳ Ｐゴシック" pitchFamily="-112" charset="-128"/>
        <a:cs typeface="ＭＳ Ｐゴシック" pitchFamily="-112" charset="-128"/>
      </a:defRPr>
    </a:lvl1pPr>
    <a:lvl2pPr marL="457200" algn="l" rtl="0" eaLnBrk="0" fontAlgn="base" hangingPunct="0">
      <a:spcBef>
        <a:spcPct val="30000"/>
      </a:spcBef>
      <a:spcAft>
        <a:spcPct val="0"/>
      </a:spcAft>
      <a:defRPr sz="1200" kern="1200">
        <a:solidFill>
          <a:schemeClr val="tx1"/>
        </a:solidFill>
        <a:latin typeface="Arial" pitchFamily="-112" charset="0"/>
        <a:ea typeface="ＭＳ Ｐゴシック" pitchFamily="-112" charset="-128"/>
        <a:cs typeface="+mn-cs"/>
      </a:defRPr>
    </a:lvl2pPr>
    <a:lvl3pPr marL="914400" algn="l" rtl="0" eaLnBrk="0" fontAlgn="base" hangingPunct="0">
      <a:spcBef>
        <a:spcPct val="30000"/>
      </a:spcBef>
      <a:spcAft>
        <a:spcPct val="0"/>
      </a:spcAft>
      <a:defRPr sz="1200" kern="1200">
        <a:solidFill>
          <a:schemeClr val="tx1"/>
        </a:solidFill>
        <a:latin typeface="Arial" pitchFamily="-112" charset="0"/>
        <a:ea typeface="ＭＳ Ｐゴシック" pitchFamily="-112" charset="-128"/>
        <a:cs typeface="+mn-cs"/>
      </a:defRPr>
    </a:lvl3pPr>
    <a:lvl4pPr marL="1371600" algn="l" rtl="0" eaLnBrk="0" fontAlgn="base" hangingPunct="0">
      <a:spcBef>
        <a:spcPct val="30000"/>
      </a:spcBef>
      <a:spcAft>
        <a:spcPct val="0"/>
      </a:spcAft>
      <a:defRPr sz="1200" kern="1200">
        <a:solidFill>
          <a:schemeClr val="tx1"/>
        </a:solidFill>
        <a:latin typeface="Arial" pitchFamily="-112" charset="0"/>
        <a:ea typeface="ＭＳ Ｐゴシック" pitchFamily="-112" charset="-128"/>
        <a:cs typeface="+mn-cs"/>
      </a:defRPr>
    </a:lvl4pPr>
    <a:lvl5pPr marL="1828800" algn="l" rtl="0" eaLnBrk="0" fontAlgn="base" hangingPunct="0">
      <a:spcBef>
        <a:spcPct val="30000"/>
      </a:spcBef>
      <a:spcAft>
        <a:spcPct val="0"/>
      </a:spcAft>
      <a:defRPr sz="1200" kern="1200">
        <a:solidFill>
          <a:schemeClr val="tx1"/>
        </a:solidFill>
        <a:latin typeface="Arial" pitchFamily="-112" charset="0"/>
        <a:ea typeface="ＭＳ Ｐゴシック" pitchFamily="-112"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history.nasa.gov/Apollomon/Apollo.html%23note62" TargetMode="External"/><Relationship Id="rId2" Type="http://schemas.openxmlformats.org/officeDocument/2006/relationships/slide" Target="../slides/slide11.xml"/><Relationship Id="rId1" Type="http://schemas.openxmlformats.org/officeDocument/2006/relationships/notesMaster" Target="../notesMasters/notesMaster1.xml"/><Relationship Id="rId4" Type="http://schemas.openxmlformats.org/officeDocument/2006/relationships/hyperlink" Target="http://history.nasa.gov/Apollomon/Apollo.html%23note63" TargetMode="External"/></Relationships>
</file>

<file path=ppt/notesSlides/_rels/notesSlide11.xml.rels><?xml version="1.0" encoding="UTF-8" standalone="yes"?>
<Relationships xmlns="http://schemas.openxmlformats.org/package/2006/relationships"><Relationship Id="rId8" Type="http://schemas.openxmlformats.org/officeDocument/2006/relationships/hyperlink" Target="http://en.wikipedia.org/wiki/R-7_rocket" TargetMode="External"/><Relationship Id="rId13" Type="http://schemas.openxmlformats.org/officeDocument/2006/relationships/hyperlink" Target="http://en.wikipedia.org/wiki/UR-100" TargetMode="External"/><Relationship Id="rId18" Type="http://schemas.openxmlformats.org/officeDocument/2006/relationships/hyperlink" Target="http://en.wikipedia.org/wiki/Staged_combustion_cycle_(rocket)" TargetMode="External"/><Relationship Id="rId3" Type="http://schemas.openxmlformats.org/officeDocument/2006/relationships/hyperlink" Target="http://en.wikipedia.org/wiki/Sergei_Korolev" TargetMode="External"/><Relationship Id="rId21" Type="http://schemas.openxmlformats.org/officeDocument/2006/relationships/hyperlink" Target="http://en.wikipedia.org/wiki/N1_(rocket)%23cite_note-astronautix-0" TargetMode="External"/><Relationship Id="rId7" Type="http://schemas.openxmlformats.org/officeDocument/2006/relationships/hyperlink" Target="http://en.wikipedia.org/wiki/UR-200" TargetMode="External"/><Relationship Id="rId12" Type="http://schemas.openxmlformats.org/officeDocument/2006/relationships/hyperlink" Target="http://en.wikipedia.org/wiki/R-36_(missile)" TargetMode="External"/><Relationship Id="rId17" Type="http://schemas.openxmlformats.org/officeDocument/2006/relationships/hyperlink" Target="http://en.wikipedia.org/wiki/Saturn_V" TargetMode="External"/><Relationship Id="rId2" Type="http://schemas.openxmlformats.org/officeDocument/2006/relationships/slide" Target="../slides/slide13.xml"/><Relationship Id="rId16" Type="http://schemas.openxmlformats.org/officeDocument/2006/relationships/hyperlink" Target="http://en.wikipedia.org/wiki/Valentin_Glushko" TargetMode="External"/><Relationship Id="rId20" Type="http://schemas.openxmlformats.org/officeDocument/2006/relationships/hyperlink" Target="http://en.wikipedia.org/wiki/Air-to-air_missile" TargetMode="External"/><Relationship Id="rId1" Type="http://schemas.openxmlformats.org/officeDocument/2006/relationships/notesMaster" Target="../notesMasters/notesMaster1.xml"/><Relationship Id="rId6" Type="http://schemas.openxmlformats.org/officeDocument/2006/relationships/hyperlink" Target="http://en.wikipedia.org/wiki/Vladimir_Chelomei" TargetMode="External"/><Relationship Id="rId11" Type="http://schemas.openxmlformats.org/officeDocument/2006/relationships/hyperlink" Target="http://en.wikipedia.org/wiki/R-16_(missile)" TargetMode="External"/><Relationship Id="rId24" Type="http://schemas.openxmlformats.org/officeDocument/2006/relationships/hyperlink" Target="http://en.wikipedia.org/wiki/NK-43" TargetMode="External"/><Relationship Id="rId5" Type="http://schemas.openxmlformats.org/officeDocument/2006/relationships/hyperlink" Target="http://en.wikipedia.org/wiki/Space_station" TargetMode="External"/><Relationship Id="rId15" Type="http://schemas.openxmlformats.org/officeDocument/2006/relationships/hyperlink" Target="http://en.wikipedia.org/wiki/Baikonur" TargetMode="External"/><Relationship Id="rId23" Type="http://schemas.openxmlformats.org/officeDocument/2006/relationships/hyperlink" Target="http://en.wikipedia.org/wiki/NK-33" TargetMode="External"/><Relationship Id="rId10" Type="http://schemas.openxmlformats.org/officeDocument/2006/relationships/hyperlink" Target="http://en.wikipedia.org/wiki/R-26_(missile)" TargetMode="External"/><Relationship Id="rId19" Type="http://schemas.openxmlformats.org/officeDocument/2006/relationships/hyperlink" Target="http://en.wikipedia.org/wiki/Grid_fins" TargetMode="External"/><Relationship Id="rId4" Type="http://schemas.openxmlformats.org/officeDocument/2006/relationships/hyperlink" Target="http://en.wikipedia.org/wiki/S.P._Korolev_Rocket_and_Space_Corporation_Energia" TargetMode="External"/><Relationship Id="rId9" Type="http://schemas.openxmlformats.org/officeDocument/2006/relationships/hyperlink" Target="http://en.wikipedia.org/wiki/Mikhail_Yangel" TargetMode="External"/><Relationship Id="rId14" Type="http://schemas.openxmlformats.org/officeDocument/2006/relationships/hyperlink" Target="http://en.wikipedia.org/wiki/Molniya_(rocket)" TargetMode="External"/><Relationship Id="rId22" Type="http://schemas.openxmlformats.org/officeDocument/2006/relationships/hyperlink" Target="http://en.wikipedia.org/wiki/N1_(rocket)%23cite_note-astronautix_sv-1"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8" Type="http://schemas.openxmlformats.org/officeDocument/2006/relationships/hyperlink" Target="http://en.wikipedia.org/wiki/Apollo_Guidance_Computer%23cite_note-12" TargetMode="External"/><Relationship Id="rId13" Type="http://schemas.openxmlformats.org/officeDocument/2006/relationships/hyperlink" Target="http://en.wikipedia.org/wiki/Apollo_Guidance_Computer%23cite_note-13" TargetMode="External"/><Relationship Id="rId3" Type="http://schemas.openxmlformats.org/officeDocument/2006/relationships/hyperlink" Target="http://en.wikipedia.org/wiki/Apollo_PGNCS" TargetMode="External"/><Relationship Id="rId7" Type="http://schemas.openxmlformats.org/officeDocument/2006/relationships/hyperlink" Target="http://en.wikipedia.org/wiki/Apollo_Guidance_Computer%23cite_note-11" TargetMode="External"/><Relationship Id="rId12" Type="http://schemas.openxmlformats.org/officeDocument/2006/relationships/hyperlink" Target="http://en.wikipedia.org/wiki/Presidential_Medal_of_Freedom" TargetMode="External"/><Relationship Id="rId2" Type="http://schemas.openxmlformats.org/officeDocument/2006/relationships/slide" Target="../slides/slide21.xml"/><Relationship Id="rId1" Type="http://schemas.openxmlformats.org/officeDocument/2006/relationships/notesMaster" Target="../notesMasters/notesMaster1.xml"/><Relationship Id="rId6" Type="http://schemas.openxmlformats.org/officeDocument/2006/relationships/hyperlink" Target="http://en.wikipedia.org/wiki/Cycle_stealing" TargetMode="External"/><Relationship Id="rId11" Type="http://schemas.openxmlformats.org/officeDocument/2006/relationships/hyperlink" Target="http://en.wikipedia.org/wiki/Jack_Garman" TargetMode="External"/><Relationship Id="rId5" Type="http://schemas.openxmlformats.org/officeDocument/2006/relationships/hyperlink" Target="http://en.wikipedia.org/wiki/Apollo_Guidance_Computer%23cite_note-10" TargetMode="External"/><Relationship Id="rId15" Type="http://schemas.openxmlformats.org/officeDocument/2006/relationships/hyperlink" Target="http://en.wikipedia.org/wiki/Synchro" TargetMode="External"/><Relationship Id="rId10" Type="http://schemas.openxmlformats.org/officeDocument/2006/relationships/hyperlink" Target="http://en.wikipedia.org/wiki/Steve_Bales" TargetMode="External"/><Relationship Id="rId4" Type="http://schemas.openxmlformats.org/officeDocument/2006/relationships/hyperlink" Target="http://en.wikipedia.org/wiki/Apollo_11%23Lunar_descent" TargetMode="External"/><Relationship Id="rId9" Type="http://schemas.openxmlformats.org/officeDocument/2006/relationships/hyperlink" Target="http://en.wikipedia.org/wiki/Apollo_11" TargetMode="External"/><Relationship Id="rId14" Type="http://schemas.openxmlformats.org/officeDocument/2006/relationships/hyperlink" Target="http://en.wikipedia.org/wiki/Apollo_Guidance_Computer%23cite_note-14" TargetMode="Externa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en.wikipedia.org/wiki/Moon" TargetMode="External"/><Relationship Id="rId2" Type="http://schemas.openxmlformats.org/officeDocument/2006/relationships/slide" Target="../slides/slide33.xml"/><Relationship Id="rId1" Type="http://schemas.openxmlformats.org/officeDocument/2006/relationships/notesMaster" Target="../notesMasters/notesMaster1.xml"/><Relationship Id="rId5" Type="http://schemas.openxmlformats.org/officeDocument/2006/relationships/hyperlink" Target="http://en.wikipedia.org/wiki/Luna_15%23cite_note-0" TargetMode="External"/><Relationship Id="rId4" Type="http://schemas.openxmlformats.org/officeDocument/2006/relationships/hyperlink" Target="http://en.wikipedia.org/wiki/Apollo_11" TargetMode="Externa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a:extLst>
              <a:ext uri="{FF2B5EF4-FFF2-40B4-BE49-F238E27FC236}">
                <a16:creationId xmlns:a16="http://schemas.microsoft.com/office/drawing/2014/main" id="{FD417192-7DC9-EC40-8FA3-AB0F3E89558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7575">
              <a:defRPr sz="2400" b="1">
                <a:solidFill>
                  <a:schemeClr val="tx1"/>
                </a:solidFill>
                <a:latin typeface="Arial" panose="020B0604020202020204" pitchFamily="34" charset="0"/>
                <a:ea typeface="ＭＳ Ｐゴシック" panose="020B0600070205080204" pitchFamily="34" charset="-128"/>
              </a:defRPr>
            </a:lvl1pPr>
            <a:lvl2pPr marL="742950" indent="-285750" defTabSz="917575">
              <a:defRPr sz="2400" b="1">
                <a:solidFill>
                  <a:schemeClr val="tx1"/>
                </a:solidFill>
                <a:latin typeface="Arial" panose="020B0604020202020204" pitchFamily="34" charset="0"/>
                <a:ea typeface="ＭＳ Ｐゴシック" panose="020B0600070205080204" pitchFamily="34" charset="-128"/>
              </a:defRPr>
            </a:lvl2pPr>
            <a:lvl3pPr marL="1143000" indent="-228600" defTabSz="917575">
              <a:defRPr sz="2400" b="1">
                <a:solidFill>
                  <a:schemeClr val="tx1"/>
                </a:solidFill>
                <a:latin typeface="Arial" panose="020B0604020202020204" pitchFamily="34" charset="0"/>
                <a:ea typeface="ＭＳ Ｐゴシック" panose="020B0600070205080204" pitchFamily="34" charset="-128"/>
              </a:defRPr>
            </a:lvl3pPr>
            <a:lvl4pPr marL="1600200" indent="-228600" defTabSz="917575">
              <a:defRPr sz="2400" b="1">
                <a:solidFill>
                  <a:schemeClr val="tx1"/>
                </a:solidFill>
                <a:latin typeface="Arial" panose="020B0604020202020204" pitchFamily="34" charset="0"/>
                <a:ea typeface="ＭＳ Ｐゴシック" panose="020B0600070205080204" pitchFamily="34" charset="-128"/>
              </a:defRPr>
            </a:lvl4pPr>
            <a:lvl5pPr marL="2057400" indent="-228600" defTabSz="917575">
              <a:defRPr sz="2400" b="1">
                <a:solidFill>
                  <a:schemeClr val="tx1"/>
                </a:solidFill>
                <a:latin typeface="Arial" panose="020B0604020202020204" pitchFamily="34" charset="0"/>
                <a:ea typeface="ＭＳ Ｐゴシック" panose="020B0600070205080204" pitchFamily="34" charset="-128"/>
              </a:defRPr>
            </a:lvl5pPr>
            <a:lvl6pPr marL="25146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360F3299-061D-6E4C-96B4-D23CE63809B4}" type="slidenum">
              <a:rPr lang="en-US" altLang="en-US" sz="1200" b="0"/>
              <a:pPr/>
              <a:t>1</a:t>
            </a:fld>
            <a:endParaRPr lang="en-US" altLang="en-US" sz="1200" b="0"/>
          </a:p>
        </p:txBody>
      </p:sp>
      <p:sp>
        <p:nvSpPr>
          <p:cNvPr id="21506" name="Rectangle 2">
            <a:extLst>
              <a:ext uri="{FF2B5EF4-FFF2-40B4-BE49-F238E27FC236}">
                <a16:creationId xmlns:a16="http://schemas.microsoft.com/office/drawing/2014/main" id="{0EFE871F-7DB3-A74A-A050-EDFD5CD41397}"/>
              </a:ext>
            </a:extLst>
          </p:cNvPr>
          <p:cNvSpPr>
            <a:spLocks noGrp="1" noRot="1" noChangeAspect="1" noChangeArrowheads="1" noTextEdit="1"/>
          </p:cNvSpPr>
          <p:nvPr>
            <p:ph type="sldImg"/>
          </p:nvPr>
        </p:nvSpPr>
        <p:spPr>
          <a:xfrm>
            <a:off x="1773238" y="271463"/>
            <a:ext cx="5430837" cy="3055937"/>
          </a:xfr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a:extLst>
              <a:ext uri="{FF2B5EF4-FFF2-40B4-BE49-F238E27FC236}">
                <a16:creationId xmlns:a16="http://schemas.microsoft.com/office/drawing/2014/main" id="{3EE55CFD-1B08-7A4E-8330-C06F17C1AA5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7575">
              <a:defRPr sz="2400" b="1">
                <a:solidFill>
                  <a:schemeClr val="tx1"/>
                </a:solidFill>
                <a:latin typeface="Arial" panose="020B0604020202020204" pitchFamily="34" charset="0"/>
                <a:ea typeface="ＭＳ Ｐゴシック" panose="020B0600070205080204" pitchFamily="34" charset="-128"/>
              </a:defRPr>
            </a:lvl1pPr>
            <a:lvl2pPr marL="742950" indent="-285750" defTabSz="917575">
              <a:defRPr sz="2400" b="1">
                <a:solidFill>
                  <a:schemeClr val="tx1"/>
                </a:solidFill>
                <a:latin typeface="Arial" panose="020B0604020202020204" pitchFamily="34" charset="0"/>
                <a:ea typeface="ＭＳ Ｐゴシック" panose="020B0600070205080204" pitchFamily="34" charset="-128"/>
              </a:defRPr>
            </a:lvl2pPr>
            <a:lvl3pPr marL="1143000" indent="-228600" defTabSz="917575">
              <a:defRPr sz="2400" b="1">
                <a:solidFill>
                  <a:schemeClr val="tx1"/>
                </a:solidFill>
                <a:latin typeface="Arial" panose="020B0604020202020204" pitchFamily="34" charset="0"/>
                <a:ea typeface="ＭＳ Ｐゴシック" panose="020B0600070205080204" pitchFamily="34" charset="-128"/>
              </a:defRPr>
            </a:lvl3pPr>
            <a:lvl4pPr marL="1600200" indent="-228600" defTabSz="917575">
              <a:defRPr sz="2400" b="1">
                <a:solidFill>
                  <a:schemeClr val="tx1"/>
                </a:solidFill>
                <a:latin typeface="Arial" panose="020B0604020202020204" pitchFamily="34" charset="0"/>
                <a:ea typeface="ＭＳ Ｐゴシック" panose="020B0600070205080204" pitchFamily="34" charset="-128"/>
              </a:defRPr>
            </a:lvl4pPr>
            <a:lvl5pPr marL="2057400" indent="-228600" defTabSz="917575">
              <a:defRPr sz="2400" b="1">
                <a:solidFill>
                  <a:schemeClr val="tx1"/>
                </a:solidFill>
                <a:latin typeface="Arial" panose="020B0604020202020204" pitchFamily="34" charset="0"/>
                <a:ea typeface="ＭＳ Ｐゴシック" panose="020B0600070205080204" pitchFamily="34" charset="-128"/>
              </a:defRPr>
            </a:lvl5pPr>
            <a:lvl6pPr marL="25146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59A11E6C-F5E2-D248-8C5A-B32932D909E1}" type="slidenum">
              <a:rPr lang="en-US" altLang="en-US" sz="1200" b="0"/>
              <a:pPr/>
              <a:t>2</a:t>
            </a:fld>
            <a:endParaRPr lang="en-US" altLang="en-US" sz="1200" b="0"/>
          </a:p>
        </p:txBody>
      </p:sp>
      <p:sp>
        <p:nvSpPr>
          <p:cNvPr id="25602" name="Rectangle 2">
            <a:extLst>
              <a:ext uri="{FF2B5EF4-FFF2-40B4-BE49-F238E27FC236}">
                <a16:creationId xmlns:a16="http://schemas.microsoft.com/office/drawing/2014/main" id="{90CF989B-A431-9A49-A8E2-47E758F4E2E8}"/>
              </a:ext>
            </a:extLst>
          </p:cNvPr>
          <p:cNvSpPr>
            <a:spLocks noGrp="1" noRot="1" noChangeAspect="1" noChangeArrowheads="1" noTextEdit="1"/>
          </p:cNvSpPr>
          <p:nvPr>
            <p:ph type="sldImg"/>
          </p:nvPr>
        </p:nvSpPr>
        <p:spPr>
          <a:xfrm>
            <a:off x="2312988" y="514350"/>
            <a:ext cx="4572000" cy="2571750"/>
          </a:xfrm>
          <a:ln/>
        </p:spPr>
      </p:sp>
      <p:sp>
        <p:nvSpPr>
          <p:cNvPr id="25603" name="Rectangle 3">
            <a:extLst>
              <a:ext uri="{FF2B5EF4-FFF2-40B4-BE49-F238E27FC236}">
                <a16:creationId xmlns:a16="http://schemas.microsoft.com/office/drawing/2014/main" id="{AC8C18BA-E917-004E-A938-3DF6705F74D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a:extLst>
              <a:ext uri="{FF2B5EF4-FFF2-40B4-BE49-F238E27FC236}">
                <a16:creationId xmlns:a16="http://schemas.microsoft.com/office/drawing/2014/main" id="{3CE82327-D2F9-6F40-939F-25A83277824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7575">
              <a:defRPr sz="2400" b="1">
                <a:solidFill>
                  <a:schemeClr val="tx1"/>
                </a:solidFill>
                <a:latin typeface="Arial" panose="020B0604020202020204" pitchFamily="34" charset="0"/>
                <a:ea typeface="ＭＳ Ｐゴシック" panose="020B0600070205080204" pitchFamily="34" charset="-128"/>
              </a:defRPr>
            </a:lvl1pPr>
            <a:lvl2pPr marL="742950" indent="-285750" defTabSz="917575">
              <a:defRPr sz="2400" b="1">
                <a:solidFill>
                  <a:schemeClr val="tx1"/>
                </a:solidFill>
                <a:latin typeface="Arial" panose="020B0604020202020204" pitchFamily="34" charset="0"/>
                <a:ea typeface="ＭＳ Ｐゴシック" panose="020B0600070205080204" pitchFamily="34" charset="-128"/>
              </a:defRPr>
            </a:lvl2pPr>
            <a:lvl3pPr marL="1143000" indent="-228600" defTabSz="917575">
              <a:defRPr sz="2400" b="1">
                <a:solidFill>
                  <a:schemeClr val="tx1"/>
                </a:solidFill>
                <a:latin typeface="Arial" panose="020B0604020202020204" pitchFamily="34" charset="0"/>
                <a:ea typeface="ＭＳ Ｐゴシック" panose="020B0600070205080204" pitchFamily="34" charset="-128"/>
              </a:defRPr>
            </a:lvl3pPr>
            <a:lvl4pPr marL="1600200" indent="-228600" defTabSz="917575">
              <a:defRPr sz="2400" b="1">
                <a:solidFill>
                  <a:schemeClr val="tx1"/>
                </a:solidFill>
                <a:latin typeface="Arial" panose="020B0604020202020204" pitchFamily="34" charset="0"/>
                <a:ea typeface="ＭＳ Ｐゴシック" panose="020B0600070205080204" pitchFamily="34" charset="-128"/>
              </a:defRPr>
            </a:lvl4pPr>
            <a:lvl5pPr marL="2057400" indent="-228600" defTabSz="917575">
              <a:defRPr sz="2400" b="1">
                <a:solidFill>
                  <a:schemeClr val="tx1"/>
                </a:solidFill>
                <a:latin typeface="Arial" panose="020B0604020202020204" pitchFamily="34" charset="0"/>
                <a:ea typeface="ＭＳ Ｐゴシック" panose="020B0600070205080204" pitchFamily="34" charset="-128"/>
              </a:defRPr>
            </a:lvl5pPr>
            <a:lvl6pPr marL="25146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55EAADB0-F7DD-6C40-B39D-E72B3DCA1678}" type="slidenum">
              <a:rPr lang="en-US" altLang="en-US" sz="1200" b="0"/>
              <a:pPr/>
              <a:t>3</a:t>
            </a:fld>
            <a:endParaRPr lang="en-US" altLang="en-US" sz="1200" b="0"/>
          </a:p>
        </p:txBody>
      </p:sp>
      <p:sp>
        <p:nvSpPr>
          <p:cNvPr id="27650" name="Rectangle 2">
            <a:extLst>
              <a:ext uri="{FF2B5EF4-FFF2-40B4-BE49-F238E27FC236}">
                <a16:creationId xmlns:a16="http://schemas.microsoft.com/office/drawing/2014/main" id="{7FBD62A5-268C-324D-87FF-AC57C46D2E75}"/>
              </a:ext>
            </a:extLst>
          </p:cNvPr>
          <p:cNvSpPr>
            <a:spLocks noGrp="1" noRot="1" noChangeAspect="1" noChangeArrowheads="1" noTextEdit="1"/>
          </p:cNvSpPr>
          <p:nvPr>
            <p:ph type="sldImg"/>
          </p:nvPr>
        </p:nvSpPr>
        <p:spPr>
          <a:xfrm>
            <a:off x="2312988" y="514350"/>
            <a:ext cx="4572000" cy="2571750"/>
          </a:xfrm>
          <a:ln/>
        </p:spPr>
      </p:sp>
      <p:sp>
        <p:nvSpPr>
          <p:cNvPr id="27651" name="Rectangle 3">
            <a:extLst>
              <a:ext uri="{FF2B5EF4-FFF2-40B4-BE49-F238E27FC236}">
                <a16:creationId xmlns:a16="http://schemas.microsoft.com/office/drawing/2014/main" id="{A4017B18-45A9-2D4F-BF67-C920B0DB31D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a:extLst>
              <a:ext uri="{FF2B5EF4-FFF2-40B4-BE49-F238E27FC236}">
                <a16:creationId xmlns:a16="http://schemas.microsoft.com/office/drawing/2014/main" id="{1F6B21F3-A234-F841-BD23-54D2E0E969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7575">
              <a:defRPr sz="2400" b="1">
                <a:solidFill>
                  <a:schemeClr val="tx1"/>
                </a:solidFill>
                <a:latin typeface="Arial" panose="020B0604020202020204" pitchFamily="34" charset="0"/>
                <a:ea typeface="ＭＳ Ｐゴシック" panose="020B0600070205080204" pitchFamily="34" charset="-128"/>
              </a:defRPr>
            </a:lvl1pPr>
            <a:lvl2pPr marL="742950" indent="-285750" defTabSz="917575">
              <a:defRPr sz="2400" b="1">
                <a:solidFill>
                  <a:schemeClr val="tx1"/>
                </a:solidFill>
                <a:latin typeface="Arial" panose="020B0604020202020204" pitchFamily="34" charset="0"/>
                <a:ea typeface="ＭＳ Ｐゴシック" panose="020B0600070205080204" pitchFamily="34" charset="-128"/>
              </a:defRPr>
            </a:lvl2pPr>
            <a:lvl3pPr marL="1143000" indent="-228600" defTabSz="917575">
              <a:defRPr sz="2400" b="1">
                <a:solidFill>
                  <a:schemeClr val="tx1"/>
                </a:solidFill>
                <a:latin typeface="Arial" panose="020B0604020202020204" pitchFamily="34" charset="0"/>
                <a:ea typeface="ＭＳ Ｐゴシック" panose="020B0600070205080204" pitchFamily="34" charset="-128"/>
              </a:defRPr>
            </a:lvl3pPr>
            <a:lvl4pPr marL="1600200" indent="-228600" defTabSz="917575">
              <a:defRPr sz="2400" b="1">
                <a:solidFill>
                  <a:schemeClr val="tx1"/>
                </a:solidFill>
                <a:latin typeface="Arial" panose="020B0604020202020204" pitchFamily="34" charset="0"/>
                <a:ea typeface="ＭＳ Ｐゴシック" panose="020B0600070205080204" pitchFamily="34" charset="-128"/>
              </a:defRPr>
            </a:lvl4pPr>
            <a:lvl5pPr marL="2057400" indent="-228600" defTabSz="917575">
              <a:defRPr sz="2400" b="1">
                <a:solidFill>
                  <a:schemeClr val="tx1"/>
                </a:solidFill>
                <a:latin typeface="Arial" panose="020B0604020202020204" pitchFamily="34" charset="0"/>
                <a:ea typeface="ＭＳ Ｐゴシック" panose="020B0600070205080204" pitchFamily="34" charset="-128"/>
              </a:defRPr>
            </a:lvl5pPr>
            <a:lvl6pPr marL="25146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591353CC-A3CA-044B-A4B8-907A6486BA23}" type="slidenum">
              <a:rPr lang="en-US" altLang="en-US" sz="1200" b="0"/>
              <a:pPr/>
              <a:t>4</a:t>
            </a:fld>
            <a:endParaRPr lang="en-US" altLang="en-US" sz="1200" b="0"/>
          </a:p>
        </p:txBody>
      </p:sp>
      <p:sp>
        <p:nvSpPr>
          <p:cNvPr id="29698" name="Rectangle 2">
            <a:extLst>
              <a:ext uri="{FF2B5EF4-FFF2-40B4-BE49-F238E27FC236}">
                <a16:creationId xmlns:a16="http://schemas.microsoft.com/office/drawing/2014/main" id="{C787F7F2-626F-B042-AA34-F22C948AF660}"/>
              </a:ext>
            </a:extLst>
          </p:cNvPr>
          <p:cNvSpPr>
            <a:spLocks noGrp="1" noRot="1" noChangeAspect="1" noChangeArrowheads="1" noTextEdit="1"/>
          </p:cNvSpPr>
          <p:nvPr>
            <p:ph type="sldImg"/>
          </p:nvPr>
        </p:nvSpPr>
        <p:spPr>
          <a:xfrm>
            <a:off x="2312988" y="514350"/>
            <a:ext cx="4572000" cy="2571750"/>
          </a:xfrm>
          <a:ln/>
        </p:spPr>
      </p:sp>
      <p:sp>
        <p:nvSpPr>
          <p:cNvPr id="29699" name="Rectangle 3">
            <a:extLst>
              <a:ext uri="{FF2B5EF4-FFF2-40B4-BE49-F238E27FC236}">
                <a16:creationId xmlns:a16="http://schemas.microsoft.com/office/drawing/2014/main" id="{6A2EB09F-8DD0-9D4E-B818-69374EEFA1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a:extLst>
              <a:ext uri="{FF2B5EF4-FFF2-40B4-BE49-F238E27FC236}">
                <a16:creationId xmlns:a16="http://schemas.microsoft.com/office/drawing/2014/main" id="{B78B7D98-6CC1-1E4C-AF7F-25CBFE981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7575">
              <a:defRPr sz="2400" b="1">
                <a:solidFill>
                  <a:schemeClr val="tx1"/>
                </a:solidFill>
                <a:latin typeface="Arial" panose="020B0604020202020204" pitchFamily="34" charset="0"/>
                <a:ea typeface="ＭＳ Ｐゴシック" panose="020B0600070205080204" pitchFamily="34" charset="-128"/>
              </a:defRPr>
            </a:lvl1pPr>
            <a:lvl2pPr marL="742950" indent="-285750" defTabSz="917575">
              <a:defRPr sz="2400" b="1">
                <a:solidFill>
                  <a:schemeClr val="tx1"/>
                </a:solidFill>
                <a:latin typeface="Arial" panose="020B0604020202020204" pitchFamily="34" charset="0"/>
                <a:ea typeface="ＭＳ Ｐゴシック" panose="020B0600070205080204" pitchFamily="34" charset="-128"/>
              </a:defRPr>
            </a:lvl2pPr>
            <a:lvl3pPr marL="1143000" indent="-228600" defTabSz="917575">
              <a:defRPr sz="2400" b="1">
                <a:solidFill>
                  <a:schemeClr val="tx1"/>
                </a:solidFill>
                <a:latin typeface="Arial" panose="020B0604020202020204" pitchFamily="34" charset="0"/>
                <a:ea typeface="ＭＳ Ｐゴシック" panose="020B0600070205080204" pitchFamily="34" charset="-128"/>
              </a:defRPr>
            </a:lvl3pPr>
            <a:lvl4pPr marL="1600200" indent="-228600" defTabSz="917575">
              <a:defRPr sz="2400" b="1">
                <a:solidFill>
                  <a:schemeClr val="tx1"/>
                </a:solidFill>
                <a:latin typeface="Arial" panose="020B0604020202020204" pitchFamily="34" charset="0"/>
                <a:ea typeface="ＭＳ Ｐゴシック" panose="020B0600070205080204" pitchFamily="34" charset="-128"/>
              </a:defRPr>
            </a:lvl4pPr>
            <a:lvl5pPr marL="2057400" indent="-228600" defTabSz="917575">
              <a:defRPr sz="2400" b="1">
                <a:solidFill>
                  <a:schemeClr val="tx1"/>
                </a:solidFill>
                <a:latin typeface="Arial" panose="020B0604020202020204" pitchFamily="34" charset="0"/>
                <a:ea typeface="ＭＳ Ｐゴシック" panose="020B0600070205080204" pitchFamily="34" charset="-128"/>
              </a:defRPr>
            </a:lvl5pPr>
            <a:lvl6pPr marL="25146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72CE3967-5C0D-8545-9C1F-FBC6BEF53372}" type="slidenum">
              <a:rPr lang="en-US" altLang="en-US" sz="1200" b="0"/>
              <a:pPr/>
              <a:t>5</a:t>
            </a:fld>
            <a:endParaRPr lang="en-US" altLang="en-US" sz="1200" b="0"/>
          </a:p>
        </p:txBody>
      </p:sp>
      <p:sp>
        <p:nvSpPr>
          <p:cNvPr id="31746" name="Rectangle 2">
            <a:extLst>
              <a:ext uri="{FF2B5EF4-FFF2-40B4-BE49-F238E27FC236}">
                <a16:creationId xmlns:a16="http://schemas.microsoft.com/office/drawing/2014/main" id="{01943340-D9A5-F747-8084-561DD9605C70}"/>
              </a:ext>
            </a:extLst>
          </p:cNvPr>
          <p:cNvSpPr>
            <a:spLocks noGrp="1" noRot="1" noChangeAspect="1" noChangeArrowheads="1" noTextEdit="1"/>
          </p:cNvSpPr>
          <p:nvPr>
            <p:ph type="sldImg"/>
          </p:nvPr>
        </p:nvSpPr>
        <p:spPr>
          <a:xfrm>
            <a:off x="2312988" y="514350"/>
            <a:ext cx="4572000" cy="2571750"/>
          </a:xfrm>
          <a:ln/>
        </p:spPr>
      </p:sp>
      <p:sp>
        <p:nvSpPr>
          <p:cNvPr id="31747" name="Rectangle 3">
            <a:extLst>
              <a:ext uri="{FF2B5EF4-FFF2-40B4-BE49-F238E27FC236}">
                <a16:creationId xmlns:a16="http://schemas.microsoft.com/office/drawing/2014/main" id="{AE85B78F-A72B-CF4F-BA52-EF705CB3633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a:extLst>
              <a:ext uri="{FF2B5EF4-FFF2-40B4-BE49-F238E27FC236}">
                <a16:creationId xmlns:a16="http://schemas.microsoft.com/office/drawing/2014/main" id="{998AE582-865A-054F-A4F2-7E920043FC4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7575">
              <a:defRPr sz="2400" b="1">
                <a:solidFill>
                  <a:schemeClr val="tx1"/>
                </a:solidFill>
                <a:latin typeface="Arial" panose="020B0604020202020204" pitchFamily="34" charset="0"/>
                <a:ea typeface="ＭＳ Ｐゴシック" panose="020B0600070205080204" pitchFamily="34" charset="-128"/>
              </a:defRPr>
            </a:lvl1pPr>
            <a:lvl2pPr marL="742950" indent="-285750" defTabSz="917575">
              <a:defRPr sz="2400" b="1">
                <a:solidFill>
                  <a:schemeClr val="tx1"/>
                </a:solidFill>
                <a:latin typeface="Arial" panose="020B0604020202020204" pitchFamily="34" charset="0"/>
                <a:ea typeface="ＭＳ Ｐゴシック" panose="020B0600070205080204" pitchFamily="34" charset="-128"/>
              </a:defRPr>
            </a:lvl2pPr>
            <a:lvl3pPr marL="1143000" indent="-228600" defTabSz="917575">
              <a:defRPr sz="2400" b="1">
                <a:solidFill>
                  <a:schemeClr val="tx1"/>
                </a:solidFill>
                <a:latin typeface="Arial" panose="020B0604020202020204" pitchFamily="34" charset="0"/>
                <a:ea typeface="ＭＳ Ｐゴシック" panose="020B0600070205080204" pitchFamily="34" charset="-128"/>
              </a:defRPr>
            </a:lvl3pPr>
            <a:lvl4pPr marL="1600200" indent="-228600" defTabSz="917575">
              <a:defRPr sz="2400" b="1">
                <a:solidFill>
                  <a:schemeClr val="tx1"/>
                </a:solidFill>
                <a:latin typeface="Arial" panose="020B0604020202020204" pitchFamily="34" charset="0"/>
                <a:ea typeface="ＭＳ Ｐゴシック" panose="020B0600070205080204" pitchFamily="34" charset="-128"/>
              </a:defRPr>
            </a:lvl4pPr>
            <a:lvl5pPr marL="2057400" indent="-228600" defTabSz="917575">
              <a:defRPr sz="2400" b="1">
                <a:solidFill>
                  <a:schemeClr val="tx1"/>
                </a:solidFill>
                <a:latin typeface="Arial" panose="020B0604020202020204" pitchFamily="34" charset="0"/>
                <a:ea typeface="ＭＳ Ｐゴシック" panose="020B0600070205080204" pitchFamily="34" charset="-128"/>
              </a:defRPr>
            </a:lvl5pPr>
            <a:lvl6pPr marL="25146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4B942EBC-7944-8741-8A81-2284239605B1}" type="slidenum">
              <a:rPr lang="en-US" altLang="en-US" sz="1200" b="0"/>
              <a:pPr/>
              <a:t>7</a:t>
            </a:fld>
            <a:endParaRPr lang="en-US" altLang="en-US" sz="1200" b="0"/>
          </a:p>
        </p:txBody>
      </p:sp>
      <p:sp>
        <p:nvSpPr>
          <p:cNvPr id="33794" name="Rectangle 2">
            <a:extLst>
              <a:ext uri="{FF2B5EF4-FFF2-40B4-BE49-F238E27FC236}">
                <a16:creationId xmlns:a16="http://schemas.microsoft.com/office/drawing/2014/main" id="{7386505F-0540-BE47-8E44-CFE04222E959}"/>
              </a:ext>
            </a:extLst>
          </p:cNvPr>
          <p:cNvSpPr>
            <a:spLocks noGrp="1" noRot="1" noChangeAspect="1" noChangeArrowheads="1" noTextEdit="1"/>
          </p:cNvSpPr>
          <p:nvPr>
            <p:ph type="sldImg"/>
          </p:nvPr>
        </p:nvSpPr>
        <p:spPr>
          <a:xfrm>
            <a:off x="2312988" y="514350"/>
            <a:ext cx="4572000" cy="2571750"/>
          </a:xfrm>
          <a:ln/>
        </p:spPr>
      </p:sp>
      <p:sp>
        <p:nvSpPr>
          <p:cNvPr id="33795" name="Rectangle 3">
            <a:extLst>
              <a:ext uri="{FF2B5EF4-FFF2-40B4-BE49-F238E27FC236}">
                <a16:creationId xmlns:a16="http://schemas.microsoft.com/office/drawing/2014/main" id="{02B67A8B-7BFC-8D4F-BD91-EA13789B2A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a:extLst>
              <a:ext uri="{FF2B5EF4-FFF2-40B4-BE49-F238E27FC236}">
                <a16:creationId xmlns:a16="http://schemas.microsoft.com/office/drawing/2014/main" id="{AD94C19D-6E5A-3043-B699-2C73E820BDD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7575">
              <a:defRPr sz="2400" b="1">
                <a:solidFill>
                  <a:schemeClr val="tx1"/>
                </a:solidFill>
                <a:latin typeface="Arial" panose="020B0604020202020204" pitchFamily="34" charset="0"/>
                <a:ea typeface="ＭＳ Ｐゴシック" panose="020B0600070205080204" pitchFamily="34" charset="-128"/>
              </a:defRPr>
            </a:lvl1pPr>
            <a:lvl2pPr marL="742950" indent="-285750" defTabSz="917575">
              <a:defRPr sz="2400" b="1">
                <a:solidFill>
                  <a:schemeClr val="tx1"/>
                </a:solidFill>
                <a:latin typeface="Arial" panose="020B0604020202020204" pitchFamily="34" charset="0"/>
                <a:ea typeface="ＭＳ Ｐゴシック" panose="020B0600070205080204" pitchFamily="34" charset="-128"/>
              </a:defRPr>
            </a:lvl2pPr>
            <a:lvl3pPr marL="1143000" indent="-228600" defTabSz="917575">
              <a:defRPr sz="2400" b="1">
                <a:solidFill>
                  <a:schemeClr val="tx1"/>
                </a:solidFill>
                <a:latin typeface="Arial" panose="020B0604020202020204" pitchFamily="34" charset="0"/>
                <a:ea typeface="ＭＳ Ｐゴシック" panose="020B0600070205080204" pitchFamily="34" charset="-128"/>
              </a:defRPr>
            </a:lvl3pPr>
            <a:lvl4pPr marL="1600200" indent="-228600" defTabSz="917575">
              <a:defRPr sz="2400" b="1">
                <a:solidFill>
                  <a:schemeClr val="tx1"/>
                </a:solidFill>
                <a:latin typeface="Arial" panose="020B0604020202020204" pitchFamily="34" charset="0"/>
                <a:ea typeface="ＭＳ Ｐゴシック" panose="020B0600070205080204" pitchFamily="34" charset="-128"/>
              </a:defRPr>
            </a:lvl4pPr>
            <a:lvl5pPr marL="2057400" indent="-228600" defTabSz="917575">
              <a:defRPr sz="2400" b="1">
                <a:solidFill>
                  <a:schemeClr val="tx1"/>
                </a:solidFill>
                <a:latin typeface="Arial" panose="020B0604020202020204" pitchFamily="34" charset="0"/>
                <a:ea typeface="ＭＳ Ｐゴシック" panose="020B0600070205080204" pitchFamily="34" charset="-128"/>
              </a:defRPr>
            </a:lvl5pPr>
            <a:lvl6pPr marL="25146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711FE259-E071-134A-B07A-281BF5C560E4}" type="slidenum">
              <a:rPr lang="en-US" altLang="en-US" sz="1200" b="0"/>
              <a:pPr/>
              <a:t>8</a:t>
            </a:fld>
            <a:endParaRPr lang="en-US" altLang="en-US" sz="1200" b="0"/>
          </a:p>
        </p:txBody>
      </p:sp>
      <p:sp>
        <p:nvSpPr>
          <p:cNvPr id="35842" name="Rectangle 2">
            <a:extLst>
              <a:ext uri="{FF2B5EF4-FFF2-40B4-BE49-F238E27FC236}">
                <a16:creationId xmlns:a16="http://schemas.microsoft.com/office/drawing/2014/main" id="{A1C982A6-E30F-B740-A0AB-7F1B537F6F41}"/>
              </a:ext>
            </a:extLst>
          </p:cNvPr>
          <p:cNvSpPr>
            <a:spLocks noGrp="1" noRot="1" noChangeAspect="1" noChangeArrowheads="1" noTextEdit="1"/>
          </p:cNvSpPr>
          <p:nvPr>
            <p:ph type="sldImg"/>
          </p:nvPr>
        </p:nvSpPr>
        <p:spPr>
          <a:xfrm>
            <a:off x="2312988" y="514350"/>
            <a:ext cx="4572000" cy="2571750"/>
          </a:xfrm>
          <a:ln/>
        </p:spPr>
      </p:sp>
      <p:sp>
        <p:nvSpPr>
          <p:cNvPr id="35843" name="Rectangle 3">
            <a:extLst>
              <a:ext uri="{FF2B5EF4-FFF2-40B4-BE49-F238E27FC236}">
                <a16:creationId xmlns:a16="http://schemas.microsoft.com/office/drawing/2014/main" id="{62DDA0DD-B774-7A4C-8584-DA52D200447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a:extLst>
              <a:ext uri="{FF2B5EF4-FFF2-40B4-BE49-F238E27FC236}">
                <a16:creationId xmlns:a16="http://schemas.microsoft.com/office/drawing/2014/main" id="{39C97F1B-0BB7-D74F-8CED-3A60A27B86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7575">
              <a:defRPr sz="2400" b="1">
                <a:solidFill>
                  <a:schemeClr val="tx1"/>
                </a:solidFill>
                <a:latin typeface="Arial" panose="020B0604020202020204" pitchFamily="34" charset="0"/>
                <a:ea typeface="ＭＳ Ｐゴシック" panose="020B0600070205080204" pitchFamily="34" charset="-128"/>
              </a:defRPr>
            </a:lvl1pPr>
            <a:lvl2pPr marL="742950" indent="-285750" defTabSz="917575">
              <a:defRPr sz="2400" b="1">
                <a:solidFill>
                  <a:schemeClr val="tx1"/>
                </a:solidFill>
                <a:latin typeface="Arial" panose="020B0604020202020204" pitchFamily="34" charset="0"/>
                <a:ea typeface="ＭＳ Ｐゴシック" panose="020B0600070205080204" pitchFamily="34" charset="-128"/>
              </a:defRPr>
            </a:lvl2pPr>
            <a:lvl3pPr marL="1143000" indent="-228600" defTabSz="917575">
              <a:defRPr sz="2400" b="1">
                <a:solidFill>
                  <a:schemeClr val="tx1"/>
                </a:solidFill>
                <a:latin typeface="Arial" panose="020B0604020202020204" pitchFamily="34" charset="0"/>
                <a:ea typeface="ＭＳ Ｐゴシック" panose="020B0600070205080204" pitchFamily="34" charset="-128"/>
              </a:defRPr>
            </a:lvl3pPr>
            <a:lvl4pPr marL="1600200" indent="-228600" defTabSz="917575">
              <a:defRPr sz="2400" b="1">
                <a:solidFill>
                  <a:schemeClr val="tx1"/>
                </a:solidFill>
                <a:latin typeface="Arial" panose="020B0604020202020204" pitchFamily="34" charset="0"/>
                <a:ea typeface="ＭＳ Ｐゴシック" panose="020B0600070205080204" pitchFamily="34" charset="-128"/>
              </a:defRPr>
            </a:lvl4pPr>
            <a:lvl5pPr marL="2057400" indent="-228600" defTabSz="917575">
              <a:defRPr sz="2400" b="1">
                <a:solidFill>
                  <a:schemeClr val="tx1"/>
                </a:solidFill>
                <a:latin typeface="Arial" panose="020B0604020202020204" pitchFamily="34" charset="0"/>
                <a:ea typeface="ＭＳ Ｐゴシック" panose="020B0600070205080204" pitchFamily="34" charset="-128"/>
              </a:defRPr>
            </a:lvl5pPr>
            <a:lvl6pPr marL="25146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10986D01-B956-754C-9F5F-448DB6FEE254}" type="slidenum">
              <a:rPr lang="en-US" altLang="en-US" sz="1200" b="0"/>
              <a:pPr/>
              <a:t>9</a:t>
            </a:fld>
            <a:endParaRPr lang="en-US" altLang="en-US" sz="1200" b="0"/>
          </a:p>
        </p:txBody>
      </p:sp>
      <p:sp>
        <p:nvSpPr>
          <p:cNvPr id="37890" name="Rectangle 2">
            <a:extLst>
              <a:ext uri="{FF2B5EF4-FFF2-40B4-BE49-F238E27FC236}">
                <a16:creationId xmlns:a16="http://schemas.microsoft.com/office/drawing/2014/main" id="{6172ACE7-7403-F847-9B5C-DBE0E08BC7D1}"/>
              </a:ext>
            </a:extLst>
          </p:cNvPr>
          <p:cNvSpPr>
            <a:spLocks noGrp="1" noRot="1" noChangeAspect="1" noChangeArrowheads="1" noTextEdit="1"/>
          </p:cNvSpPr>
          <p:nvPr>
            <p:ph type="sldImg"/>
          </p:nvPr>
        </p:nvSpPr>
        <p:spPr>
          <a:xfrm>
            <a:off x="2312988" y="514350"/>
            <a:ext cx="4572000" cy="2571750"/>
          </a:xfrm>
          <a:ln/>
        </p:spPr>
      </p:sp>
      <p:sp>
        <p:nvSpPr>
          <p:cNvPr id="37891" name="Rectangle 3">
            <a:extLst>
              <a:ext uri="{FF2B5EF4-FFF2-40B4-BE49-F238E27FC236}">
                <a16:creationId xmlns:a16="http://schemas.microsoft.com/office/drawing/2014/main" id="{9BC3F782-FEDF-8044-92A9-1A01530809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ea typeface="ＭＳ Ｐゴシック" panose="020B0600070205080204" pitchFamily="34" charset="-128"/>
              </a:rPr>
              <a:t>John Houbolt, an engineer at Langley Research Center, supported the LOR approach</a:t>
            </a:r>
          </a:p>
          <a:p>
            <a:pPr eaLnBrk="1" hangingPunct="1"/>
            <a:endParaRPr lang="en-US" altLang="en-US">
              <a:latin typeface="Arial" panose="020B0604020202020204" pitchFamily="34" charset="0"/>
              <a:ea typeface="ＭＳ Ｐゴシック" panose="020B0600070205080204" pitchFamily="34" charset="-128"/>
            </a:endParaRPr>
          </a:p>
          <a:p>
            <a:r>
              <a:rPr lang="en-US" altLang="en-US">
                <a:latin typeface="Arial" panose="020B0604020202020204" pitchFamily="34" charset="0"/>
                <a:ea typeface="ＭＳ Ｐゴシック" panose="020B0600070205080204" pitchFamily="34" charset="-128"/>
              </a:rPr>
              <a:t> June 7, 1962. For six hours, Marshall representatives presented their argument for using the EOR approach. At the end of the day-long meeting, after months of steadfastness, von Braun stood up and read from a sheet of paper he had been scribbling on over the course of the day:</a:t>
            </a:r>
          </a:p>
          <a:p>
            <a:r>
              <a:rPr lang="en-US" altLang="en-US">
                <a:latin typeface="Arial" panose="020B0604020202020204" pitchFamily="34" charset="0"/>
                <a:ea typeface="ＭＳ Ｐゴシック" panose="020B0600070205080204" pitchFamily="34" charset="-128"/>
              </a:rPr>
              <a:t> </a:t>
            </a:r>
          </a:p>
          <a:p>
            <a:r>
              <a:rPr lang="en-US" altLang="en-US" i="1">
                <a:solidFill>
                  <a:srgbClr val="FF0000"/>
                </a:solidFill>
                <a:latin typeface="Arial" panose="020B0604020202020204" pitchFamily="34" charset="0"/>
                <a:ea typeface="ＭＳ Ｐゴシック" panose="020B0600070205080204" pitchFamily="34" charset="-128"/>
              </a:rPr>
              <a:t>We at the Marshall Space Flight Center readily admit that when first exposed to the proposal of the Lunar Orbit Rendezvous Mode we were a bit skeptical—particularly of the aspect of having the astronauts execute a complicated rendezvous maneuver at a distance of 240,000 miles from the earth where any rescue possibility appeared remote. In the meantime, however, we have spent a great deal of time and effort studying the [three] modes, and we have come to the conclusion that this particular disadvantage is far outweighed by [its] advantages.</a:t>
            </a:r>
            <a:br>
              <a:rPr lang="en-US" altLang="en-US" i="1">
                <a:solidFill>
                  <a:srgbClr val="FF0000"/>
                </a:solidFill>
                <a:latin typeface="Arial" panose="020B0604020202020204" pitchFamily="34" charset="0"/>
                <a:ea typeface="ＭＳ Ｐゴシック" panose="020B0600070205080204" pitchFamily="34" charset="-128"/>
              </a:rPr>
            </a:br>
            <a:br>
              <a:rPr lang="en-US" altLang="en-US" i="1">
                <a:solidFill>
                  <a:srgbClr val="FF0000"/>
                </a:solidFill>
                <a:latin typeface="Arial" panose="020B0604020202020204" pitchFamily="34" charset="0"/>
                <a:ea typeface="ＭＳ Ｐゴシック" panose="020B0600070205080204" pitchFamily="34" charset="-128"/>
              </a:rPr>
            </a:br>
            <a:r>
              <a:rPr lang="en-US" altLang="en-US" i="1">
                <a:solidFill>
                  <a:srgbClr val="FF0000"/>
                </a:solidFill>
                <a:latin typeface="Arial" panose="020B0604020202020204" pitchFamily="34" charset="0"/>
                <a:ea typeface="ＭＳ Ｐゴシック" panose="020B0600070205080204" pitchFamily="34" charset="-128"/>
              </a:rPr>
              <a:t>We understand that the Manned Spacecraft Center was also quite skeptical at first when John Houbolt advanced the proposal of the Lunar Orbit Rendezvous Mode, and that it took them quite a while to substantiate the feasibility of the method and fully endorse it.</a:t>
            </a:r>
            <a:br>
              <a:rPr lang="en-US" altLang="en-US" i="1">
                <a:solidFill>
                  <a:srgbClr val="FF0000"/>
                </a:solidFill>
                <a:latin typeface="Arial" panose="020B0604020202020204" pitchFamily="34" charset="0"/>
                <a:ea typeface="ＭＳ Ｐゴシック" panose="020B0600070205080204" pitchFamily="34" charset="-128"/>
              </a:rPr>
            </a:br>
            <a:br>
              <a:rPr lang="en-US" altLang="en-US" i="1">
                <a:solidFill>
                  <a:srgbClr val="FF0000"/>
                </a:solidFill>
                <a:latin typeface="Arial" panose="020B0604020202020204" pitchFamily="34" charset="0"/>
                <a:ea typeface="ＭＳ Ｐゴシック" panose="020B0600070205080204" pitchFamily="34" charset="-128"/>
              </a:rPr>
            </a:br>
            <a:r>
              <a:rPr lang="en-US" altLang="en-US" i="1">
                <a:solidFill>
                  <a:srgbClr val="FF0000"/>
                </a:solidFill>
                <a:latin typeface="Arial" panose="020B0604020202020204" pitchFamily="34" charset="0"/>
                <a:ea typeface="ＭＳ Ｐゴシック" panose="020B0600070205080204" pitchFamily="34" charset="-128"/>
              </a:rPr>
              <a:t>Against this background it can, therefore, be concluded that the issue of "invented here" versus "not invented here" does not apply to either the Manned Spacecraft Center or the Marshall Space Flight Center; that both Centers have actually embraced a scheme suggested by a third source....I consider it fortunate indeed for the Manned Lunar Landing Program that both Centers, after much soul searching, have come to the identical solutions.</a:t>
            </a:r>
          </a:p>
          <a:p>
            <a:r>
              <a:rPr lang="en-US" altLang="en-US" i="1">
                <a:solidFill>
                  <a:srgbClr val="FF0000"/>
                </a:solidFill>
                <a:latin typeface="Arial" panose="020B0604020202020204" pitchFamily="34" charset="0"/>
                <a:ea typeface="ＭＳ Ｐゴシック" panose="020B0600070205080204" pitchFamily="34" charset="-128"/>
              </a:rPr>
              <a:t> </a:t>
            </a:r>
          </a:p>
          <a:p>
            <a:r>
              <a:rPr lang="en-US" altLang="en-US">
                <a:latin typeface="Arial" panose="020B0604020202020204" pitchFamily="34" charset="0"/>
                <a:ea typeface="ＭＳ Ｐゴシック" panose="020B0600070205080204" pitchFamily="34" charset="-128"/>
              </a:rPr>
              <a:t>In the weeks that followed, the final decision to go to the moon using the LOR approach made its way to the desk of Administrator James Webb (a proponent of the direct ascent approach). On June 22, 1962, the Manned Space Flight Management Council announced in favor of the LOR approach.</a:t>
            </a:r>
          </a:p>
          <a:p>
            <a:pPr eaLnBrk="1" hangingPunct="1"/>
            <a:endParaRPr lang="en-US" altLang="en-US">
              <a:latin typeface="Arial" panose="020B0604020202020204" pitchFamily="34" charset="0"/>
              <a:ea typeface="ＭＳ Ｐゴシック" panose="020B0600070205080204" pitchFamily="34" charset="-128"/>
            </a:endParaRPr>
          </a:p>
          <a:p>
            <a:pPr eaLnBrk="1" hangingPunct="1"/>
            <a:endParaRPr lang="en-US" altLang="en-US">
              <a:latin typeface="Times New Roman" panose="02020603050405020304" pitchFamily="18" charset="0"/>
              <a:ea typeface="ＭＳ Ｐゴシック" panose="020B0600070205080204" pitchFamily="34" charset="-128"/>
            </a:endParaRPr>
          </a:p>
          <a:p>
            <a:pPr eaLnBrk="1" hangingPunct="1"/>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a:extLst>
              <a:ext uri="{FF2B5EF4-FFF2-40B4-BE49-F238E27FC236}">
                <a16:creationId xmlns:a16="http://schemas.microsoft.com/office/drawing/2014/main" id="{F9F72A3E-0FFA-B243-BF2B-6CAB674B03E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7575">
              <a:defRPr sz="2400" b="1">
                <a:solidFill>
                  <a:schemeClr val="tx1"/>
                </a:solidFill>
                <a:latin typeface="Arial" panose="020B0604020202020204" pitchFamily="34" charset="0"/>
                <a:ea typeface="ＭＳ Ｐゴシック" panose="020B0600070205080204" pitchFamily="34" charset="-128"/>
              </a:defRPr>
            </a:lvl1pPr>
            <a:lvl2pPr marL="742950" indent="-285750" defTabSz="917575">
              <a:defRPr sz="2400" b="1">
                <a:solidFill>
                  <a:schemeClr val="tx1"/>
                </a:solidFill>
                <a:latin typeface="Arial" panose="020B0604020202020204" pitchFamily="34" charset="0"/>
                <a:ea typeface="ＭＳ Ｐゴシック" panose="020B0600070205080204" pitchFamily="34" charset="-128"/>
              </a:defRPr>
            </a:lvl2pPr>
            <a:lvl3pPr marL="1143000" indent="-228600" defTabSz="917575">
              <a:defRPr sz="2400" b="1">
                <a:solidFill>
                  <a:schemeClr val="tx1"/>
                </a:solidFill>
                <a:latin typeface="Arial" panose="020B0604020202020204" pitchFamily="34" charset="0"/>
                <a:ea typeface="ＭＳ Ｐゴシック" panose="020B0600070205080204" pitchFamily="34" charset="-128"/>
              </a:defRPr>
            </a:lvl3pPr>
            <a:lvl4pPr marL="1600200" indent="-228600" defTabSz="917575">
              <a:defRPr sz="2400" b="1">
                <a:solidFill>
                  <a:schemeClr val="tx1"/>
                </a:solidFill>
                <a:latin typeface="Arial" panose="020B0604020202020204" pitchFamily="34" charset="0"/>
                <a:ea typeface="ＭＳ Ｐゴシック" panose="020B0600070205080204" pitchFamily="34" charset="-128"/>
              </a:defRPr>
            </a:lvl4pPr>
            <a:lvl5pPr marL="2057400" indent="-228600" defTabSz="917575">
              <a:defRPr sz="2400" b="1">
                <a:solidFill>
                  <a:schemeClr val="tx1"/>
                </a:solidFill>
                <a:latin typeface="Arial" panose="020B0604020202020204" pitchFamily="34" charset="0"/>
                <a:ea typeface="ＭＳ Ｐゴシック" panose="020B0600070205080204" pitchFamily="34" charset="-128"/>
              </a:defRPr>
            </a:lvl5pPr>
            <a:lvl6pPr marL="25146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8BB76E92-8F3F-764D-8C83-28EABCB51100}" type="slidenum">
              <a:rPr lang="en-US" altLang="en-US" sz="1200" b="0"/>
              <a:pPr/>
              <a:t>10</a:t>
            </a:fld>
            <a:endParaRPr lang="en-US" altLang="en-US" sz="1200" b="0"/>
          </a:p>
        </p:txBody>
      </p:sp>
      <p:sp>
        <p:nvSpPr>
          <p:cNvPr id="39938" name="Rectangle 2">
            <a:extLst>
              <a:ext uri="{FF2B5EF4-FFF2-40B4-BE49-F238E27FC236}">
                <a16:creationId xmlns:a16="http://schemas.microsoft.com/office/drawing/2014/main" id="{09A8A52B-0B69-584C-932D-7EFCD2AC4AF1}"/>
              </a:ext>
            </a:extLst>
          </p:cNvPr>
          <p:cNvSpPr>
            <a:spLocks noGrp="1" noRot="1" noChangeAspect="1" noChangeArrowheads="1" noTextEdit="1"/>
          </p:cNvSpPr>
          <p:nvPr>
            <p:ph type="sldImg"/>
          </p:nvPr>
        </p:nvSpPr>
        <p:spPr>
          <a:xfrm>
            <a:off x="2312988" y="514350"/>
            <a:ext cx="4572000" cy="2571750"/>
          </a:xfrm>
          <a:ln/>
        </p:spPr>
      </p:sp>
      <p:sp>
        <p:nvSpPr>
          <p:cNvPr id="39939" name="Rectangle 3">
            <a:extLst>
              <a:ext uri="{FF2B5EF4-FFF2-40B4-BE49-F238E27FC236}">
                <a16:creationId xmlns:a16="http://schemas.microsoft.com/office/drawing/2014/main" id="{5A8F71F9-028B-CB49-A536-07D20276DD3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7">
            <a:extLst>
              <a:ext uri="{FF2B5EF4-FFF2-40B4-BE49-F238E27FC236}">
                <a16:creationId xmlns:a16="http://schemas.microsoft.com/office/drawing/2014/main" id="{636F19FC-9B1B-B248-A09D-962F4DDEBE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7575">
              <a:defRPr sz="2400" b="1">
                <a:solidFill>
                  <a:schemeClr val="tx1"/>
                </a:solidFill>
                <a:latin typeface="Arial" panose="020B0604020202020204" pitchFamily="34" charset="0"/>
                <a:ea typeface="ＭＳ Ｐゴシック" panose="020B0600070205080204" pitchFamily="34" charset="-128"/>
              </a:defRPr>
            </a:lvl1pPr>
            <a:lvl2pPr marL="742950" indent="-285750" defTabSz="917575">
              <a:defRPr sz="2400" b="1">
                <a:solidFill>
                  <a:schemeClr val="tx1"/>
                </a:solidFill>
                <a:latin typeface="Arial" panose="020B0604020202020204" pitchFamily="34" charset="0"/>
                <a:ea typeface="ＭＳ Ｐゴシック" panose="020B0600070205080204" pitchFamily="34" charset="-128"/>
              </a:defRPr>
            </a:lvl2pPr>
            <a:lvl3pPr marL="1143000" indent="-228600" defTabSz="917575">
              <a:defRPr sz="2400" b="1">
                <a:solidFill>
                  <a:schemeClr val="tx1"/>
                </a:solidFill>
                <a:latin typeface="Arial" panose="020B0604020202020204" pitchFamily="34" charset="0"/>
                <a:ea typeface="ＭＳ Ｐゴシック" panose="020B0600070205080204" pitchFamily="34" charset="-128"/>
              </a:defRPr>
            </a:lvl3pPr>
            <a:lvl4pPr marL="1600200" indent="-228600" defTabSz="917575">
              <a:defRPr sz="2400" b="1">
                <a:solidFill>
                  <a:schemeClr val="tx1"/>
                </a:solidFill>
                <a:latin typeface="Arial" panose="020B0604020202020204" pitchFamily="34" charset="0"/>
                <a:ea typeface="ＭＳ Ｐゴシック" panose="020B0600070205080204" pitchFamily="34" charset="-128"/>
              </a:defRPr>
            </a:lvl4pPr>
            <a:lvl5pPr marL="2057400" indent="-228600" defTabSz="917575">
              <a:defRPr sz="2400" b="1">
                <a:solidFill>
                  <a:schemeClr val="tx1"/>
                </a:solidFill>
                <a:latin typeface="Arial" panose="020B0604020202020204" pitchFamily="34" charset="0"/>
                <a:ea typeface="ＭＳ Ｐゴシック" panose="020B0600070205080204" pitchFamily="34" charset="-128"/>
              </a:defRPr>
            </a:lvl5pPr>
            <a:lvl6pPr marL="25146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AC0A4A16-C0E3-2443-A3B3-DAEC2CB64BB0}" type="slidenum">
              <a:rPr lang="en-US" altLang="en-US" sz="1200" b="0"/>
              <a:pPr/>
              <a:t>11</a:t>
            </a:fld>
            <a:endParaRPr lang="en-US" altLang="en-US" sz="1200" b="0"/>
          </a:p>
        </p:txBody>
      </p:sp>
      <p:sp>
        <p:nvSpPr>
          <p:cNvPr id="41986" name="Rectangle 2">
            <a:extLst>
              <a:ext uri="{FF2B5EF4-FFF2-40B4-BE49-F238E27FC236}">
                <a16:creationId xmlns:a16="http://schemas.microsoft.com/office/drawing/2014/main" id="{042D1655-A878-7544-A693-F8C704ED8D89}"/>
              </a:ext>
            </a:extLst>
          </p:cNvPr>
          <p:cNvSpPr>
            <a:spLocks noGrp="1" noRot="1" noChangeAspect="1" noChangeArrowheads="1" noTextEdit="1"/>
          </p:cNvSpPr>
          <p:nvPr>
            <p:ph type="sldImg"/>
          </p:nvPr>
        </p:nvSpPr>
        <p:spPr>
          <a:xfrm>
            <a:off x="2312988" y="514350"/>
            <a:ext cx="4572000" cy="2571750"/>
          </a:xfrm>
          <a:ln/>
        </p:spPr>
      </p:sp>
      <p:sp>
        <p:nvSpPr>
          <p:cNvPr id="41987" name="Rectangle 3">
            <a:extLst>
              <a:ext uri="{FF2B5EF4-FFF2-40B4-BE49-F238E27FC236}">
                <a16:creationId xmlns:a16="http://schemas.microsoft.com/office/drawing/2014/main" id="{CD54BDFF-3944-2841-92C9-5A40C5E94E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rPr>
              <a:t>To gain experience in these areas before Apollo could be readied for flight, NASA devised Project Gemini. Hatched in the fall of 1961 by engineers at Robert Gilruth's Space Task Group in cooperation with McDonnell Aircraft Corp. technicians, builders of the Mercury spacecraft, Gemini started as a larger Mercury Mark II capsule but soon became a totally different proposition. It could accommodate two astronauts for extended flights of more than two weeks. It pioneered the use of fuel cells instead of batteries to power the ship, and incorporated a series of modifications to hardware. Its designers also toyed with the possibility of using a paraglider being developed at Langley Research Center for "dry" landings instead of a "splashdown" in water and recovery by the Navy. The whole system was to be powered by the newly developed </a:t>
            </a:r>
            <a:r>
              <a:rPr lang="en-US" altLang="en-US" i="1">
                <a:latin typeface="Arial" panose="020B0604020202020204" pitchFamily="34" charset="0"/>
                <a:ea typeface="ＭＳ Ｐゴシック" panose="020B0600070205080204" pitchFamily="34" charset="-128"/>
              </a:rPr>
              <a:t>Titan II</a:t>
            </a:r>
            <a:r>
              <a:rPr lang="en-US" altLang="en-US">
                <a:latin typeface="Arial" panose="020B0604020202020204" pitchFamily="34" charset="0"/>
                <a:ea typeface="ＭＳ Ｐゴシック" panose="020B0600070205080204" pitchFamily="34" charset="-128"/>
              </a:rPr>
              <a:t> launch vehicle, another ballistic missile developed for the Air Force. A central reason for this program was to perfect techniques for rendezvous and docking, so NASA appropriated from the military some Agena rocket upper stages and fitted them with docking adapters.</a:t>
            </a:r>
          </a:p>
          <a:p>
            <a:endParaRPr lang="en-US" altLang="en-US">
              <a:latin typeface="Arial" panose="020B0604020202020204" pitchFamily="34" charset="0"/>
              <a:ea typeface="ＭＳ Ｐゴシック" panose="020B0600070205080204" pitchFamily="34" charset="-128"/>
            </a:endParaRPr>
          </a:p>
          <a:p>
            <a:r>
              <a:rPr lang="en-US" altLang="en-US">
                <a:latin typeface="Arial" panose="020B0604020202020204" pitchFamily="34" charset="0"/>
                <a:ea typeface="ＭＳ Ｐゴシック" panose="020B0600070205080204" pitchFamily="34" charset="-128"/>
              </a:rPr>
              <a:t>Problems with the Gemini program abounded from the start. The </a:t>
            </a:r>
            <a:r>
              <a:rPr lang="en-US" altLang="en-US" i="1">
                <a:latin typeface="Arial" panose="020B0604020202020204" pitchFamily="34" charset="0"/>
                <a:ea typeface="ＭＳ Ｐゴシック" panose="020B0600070205080204" pitchFamily="34" charset="-128"/>
              </a:rPr>
              <a:t>Titan II</a:t>
            </a:r>
            <a:r>
              <a:rPr lang="en-US" altLang="en-US">
                <a:latin typeface="Arial" panose="020B0604020202020204" pitchFamily="34" charset="0"/>
                <a:ea typeface="ＭＳ Ｐゴシック" panose="020B0600070205080204" pitchFamily="34" charset="-128"/>
              </a:rPr>
              <a:t> had longitudinal oscillations, called the "pogo" effect because it resembled the behavior of a child on a pogo stick. Overcoming this problem required engineering imagination and long hours of overtime to stabilize fuel flow and maintain vehicle control. The fuel cells leaked and had to be redesigned, and the Agena reconfiguration also suffered costly delays. NASA engineers never did get the paraglider to work properly and eventually dropped it from the program in favor of a parachute system the one used for Mercury. All of these difficulties shot an estimated $350 million program to over $1 billion. The overruns were successfully justified by the space agency, however, as necessities to meet the Apollo landing commitment.</a:t>
            </a:r>
            <a:r>
              <a:rPr lang="en-US" altLang="en-US" u="sng">
                <a:latin typeface="Arial" panose="020B0604020202020204" pitchFamily="34" charset="0"/>
                <a:ea typeface="ＭＳ Ｐゴシック" panose="020B0600070205080204" pitchFamily="34" charset="-128"/>
                <a:hlinkClick r:id="rId3"/>
              </a:rPr>
              <a:t>62</a:t>
            </a:r>
            <a:endParaRPr lang="en-US" altLang="en-US" u="sng">
              <a:latin typeface="Arial" panose="020B0604020202020204" pitchFamily="34" charset="0"/>
              <a:ea typeface="ＭＳ Ｐゴシック" panose="020B0600070205080204" pitchFamily="34" charset="-128"/>
            </a:endParaRPr>
          </a:p>
          <a:p>
            <a:endParaRPr lang="en-US" altLang="en-US">
              <a:latin typeface="Arial" panose="020B0604020202020204" pitchFamily="34" charset="0"/>
              <a:ea typeface="ＭＳ Ｐゴシック" panose="020B0600070205080204" pitchFamily="34" charset="-128"/>
            </a:endParaRPr>
          </a:p>
          <a:p>
            <a:r>
              <a:rPr lang="en-US" altLang="en-US">
                <a:latin typeface="Arial" panose="020B0604020202020204" pitchFamily="34" charset="0"/>
                <a:ea typeface="ＭＳ Ｐゴシック" panose="020B0600070205080204" pitchFamily="34" charset="-128"/>
              </a:rPr>
              <a:t>By the end of 1963 most of the difficulties with Gemini had been resolved, albeit at great expense, and the program was ready for flight. Following two unoccupied orbital test flights, the first operational mission took place on 23 March 1965. Mercury astronaut Grissom commanded the mission, with John W. Young, a Naval aviator chosen as an astronaut in 1962, accompanying him. The next mission, flown in June 1965 stayed aloft for four days and astronaut Edward H. White II performed the first extra-vehicular activity (EVA) or spacewalk.</a:t>
            </a:r>
            <a:r>
              <a:rPr lang="en-US" altLang="en-US" u="sng">
                <a:latin typeface="Arial" panose="020B0604020202020204" pitchFamily="34" charset="0"/>
                <a:ea typeface="ＭＳ Ｐゴシック" panose="020B0600070205080204" pitchFamily="34" charset="-128"/>
                <a:hlinkClick r:id="rId4"/>
              </a:rPr>
              <a:t>63</a:t>
            </a:r>
            <a:r>
              <a:rPr lang="en-US" altLang="en-US">
                <a:latin typeface="Arial" panose="020B0604020202020204" pitchFamily="34" charset="0"/>
                <a:ea typeface="ＭＳ Ｐゴシック" panose="020B0600070205080204" pitchFamily="34" charset="-128"/>
              </a:rPr>
              <a:t> Eight more missions followed through November 1966. Despite problems great and small encountered on virtually all of them, the program achieved its goals. Additionally, as a technological learning program Gemini had been a success, with 52 different experiments performed on the ten missions.</a:t>
            </a:r>
          </a:p>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Image Placeholder 1">
            <a:extLst>
              <a:ext uri="{FF2B5EF4-FFF2-40B4-BE49-F238E27FC236}">
                <a16:creationId xmlns:a16="http://schemas.microsoft.com/office/drawing/2014/main" id="{02701CFC-4AA8-904D-9E73-F8FEAB636A58}"/>
              </a:ext>
            </a:extLst>
          </p:cNvPr>
          <p:cNvSpPr>
            <a:spLocks noGrp="1" noRot="1" noChangeAspect="1"/>
          </p:cNvSpPr>
          <p:nvPr>
            <p:ph type="sldImg"/>
          </p:nvPr>
        </p:nvSpPr>
        <p:spPr>
          <a:xfrm>
            <a:off x="2312988" y="514350"/>
            <a:ext cx="4572000" cy="2571750"/>
          </a:xfrm>
          <a:ln/>
        </p:spPr>
      </p:sp>
      <p:sp>
        <p:nvSpPr>
          <p:cNvPr id="45058" name="Notes Placeholder 2">
            <a:extLst>
              <a:ext uri="{FF2B5EF4-FFF2-40B4-BE49-F238E27FC236}">
                <a16:creationId xmlns:a16="http://schemas.microsoft.com/office/drawing/2014/main" id="{C32EFB01-4794-F948-BAF1-090A2C9CA39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pPr>
            <a:r>
              <a:rPr lang="en-US" altLang="en-US" sz="600">
                <a:latin typeface="Arial" panose="020B0604020202020204" pitchFamily="34" charset="0"/>
                <a:ea typeface="ＭＳ Ｐゴシック" panose="020B0600070205080204" pitchFamily="34" charset="-128"/>
              </a:rPr>
              <a:t>Development of the N1 began in 1959 under the direction of </a:t>
            </a:r>
            <a:r>
              <a:rPr lang="en-US" altLang="en-US" sz="600">
                <a:latin typeface="Arial" panose="020B0604020202020204" pitchFamily="34" charset="0"/>
                <a:ea typeface="ＭＳ Ｐゴシック" panose="020B0600070205080204" pitchFamily="34" charset="-128"/>
                <a:hlinkClick r:id="rId3"/>
              </a:rPr>
              <a:t>Sergei Korolev</a:t>
            </a:r>
            <a:r>
              <a:rPr lang="en-US" altLang="en-US" sz="600">
                <a:latin typeface="Arial" panose="020B0604020202020204" pitchFamily="34" charset="0"/>
                <a:ea typeface="ＭＳ Ｐゴシック" panose="020B0600070205080204" pitchFamily="34" charset="-128"/>
              </a:rPr>
              <a:t> at his </a:t>
            </a:r>
            <a:r>
              <a:rPr lang="en-US" altLang="en-US" sz="600">
                <a:latin typeface="Arial" panose="020B0604020202020204" pitchFamily="34" charset="0"/>
                <a:ea typeface="ＭＳ Ｐゴシック" panose="020B0600070205080204" pitchFamily="34" charset="-128"/>
                <a:hlinkClick r:id="rId4"/>
              </a:rPr>
              <a:t>OKB-1</a:t>
            </a:r>
            <a:r>
              <a:rPr lang="en-US" altLang="en-US" sz="600">
                <a:latin typeface="Arial" panose="020B0604020202020204" pitchFamily="34" charset="0"/>
                <a:ea typeface="ＭＳ Ｐゴシック" panose="020B0600070205080204" pitchFamily="34" charset="-128"/>
              </a:rPr>
              <a:t> Design Bureau. The original design proposed a 50-metric-ton (110,000 lb) payload intended as a launcher for military </a:t>
            </a:r>
            <a:r>
              <a:rPr lang="en-US" altLang="en-US" sz="600">
                <a:latin typeface="Arial" panose="020B0604020202020204" pitchFamily="34" charset="0"/>
                <a:ea typeface="ＭＳ Ｐゴシック" panose="020B0600070205080204" pitchFamily="34" charset="-128"/>
                <a:hlinkClick r:id="rId5"/>
              </a:rPr>
              <a:t>space stations</a:t>
            </a:r>
            <a:r>
              <a:rPr lang="en-US" altLang="en-US" sz="600">
                <a:latin typeface="Arial" panose="020B0604020202020204" pitchFamily="34" charset="0"/>
                <a:ea typeface="ＭＳ Ｐゴシック" panose="020B0600070205080204" pitchFamily="34" charset="-128"/>
              </a:rPr>
              <a:t> and a manned Mars flyby using a nuclear engine upper stage. The N1 was the largest of three proposed designs; the N2 was somewhat smaller and intended to compete with </a:t>
            </a:r>
            <a:r>
              <a:rPr lang="en-US" altLang="en-US" sz="600">
                <a:latin typeface="Arial" panose="020B0604020202020204" pitchFamily="34" charset="0"/>
                <a:ea typeface="ＭＳ Ｐゴシック" panose="020B0600070205080204" pitchFamily="34" charset="-128"/>
                <a:hlinkClick r:id="rId6"/>
              </a:rPr>
              <a:t>Vladimir Chelomei</a:t>
            </a:r>
            <a:r>
              <a:rPr lang="en-US" altLang="en-US" sz="600">
                <a:latin typeface="Arial" panose="020B0604020202020204" pitchFamily="34" charset="0"/>
                <a:ea typeface="ＭＳ Ｐゴシック" panose="020B0600070205080204" pitchFamily="34" charset="-128"/>
              </a:rPr>
              <a:t>'s proposed </a:t>
            </a:r>
            <a:r>
              <a:rPr lang="en-US" altLang="en-US" sz="600">
                <a:latin typeface="Arial" panose="020B0604020202020204" pitchFamily="34" charset="0"/>
                <a:ea typeface="ＭＳ Ｐゴシック" panose="020B0600070205080204" pitchFamily="34" charset="-128"/>
                <a:hlinkClick r:id="rId7"/>
              </a:rPr>
              <a:t>UR-200</a:t>
            </a:r>
            <a:r>
              <a:rPr lang="en-US" altLang="en-US" sz="600">
                <a:latin typeface="Arial" panose="020B0604020202020204" pitchFamily="34" charset="0"/>
                <a:ea typeface="ＭＳ Ｐゴシック" panose="020B0600070205080204" pitchFamily="34" charset="-128"/>
              </a:rPr>
              <a:t>, and the much smaller N3, which would replace Korolev's "workhorse" </a:t>
            </a:r>
            <a:r>
              <a:rPr lang="en-US" altLang="en-US" sz="600">
                <a:latin typeface="Arial" panose="020B0604020202020204" pitchFamily="34" charset="0"/>
                <a:ea typeface="ＭＳ Ｐゴシック" panose="020B0600070205080204" pitchFamily="34" charset="-128"/>
                <a:hlinkClick r:id="rId8"/>
              </a:rPr>
              <a:t>R-7 rocket</a:t>
            </a:r>
            <a:r>
              <a:rPr lang="en-US" altLang="en-US" sz="600">
                <a:latin typeface="Arial" panose="020B0604020202020204" pitchFamily="34" charset="0"/>
                <a:ea typeface="ＭＳ Ｐゴシック" panose="020B0600070205080204" pitchFamily="34" charset="-128"/>
              </a:rPr>
              <a:t>. At this point the N-series was strictly a "paper project".</a:t>
            </a:r>
          </a:p>
          <a:p>
            <a:pPr>
              <a:lnSpc>
                <a:spcPct val="80000"/>
              </a:lnSpc>
            </a:pPr>
            <a:endParaRPr lang="en-US" altLang="en-US" sz="600">
              <a:latin typeface="Arial" panose="020B0604020202020204" pitchFamily="34" charset="0"/>
              <a:ea typeface="ＭＳ Ｐゴシック" panose="020B0600070205080204" pitchFamily="34" charset="-128"/>
            </a:endParaRPr>
          </a:p>
          <a:p>
            <a:pPr>
              <a:lnSpc>
                <a:spcPct val="80000"/>
              </a:lnSpc>
            </a:pPr>
            <a:r>
              <a:rPr lang="en-US" altLang="en-US" sz="600">
                <a:latin typeface="Arial" panose="020B0604020202020204" pitchFamily="34" charset="0"/>
                <a:ea typeface="ＭＳ Ｐゴシック" panose="020B0600070205080204" pitchFamily="34" charset="-128"/>
              </a:rPr>
              <a:t>In December 1959 a meeting was called with all of the chief designers, who presented their latest designs to the military. Korolev presented the N-series along with a much more modest series of upgrades to the R-7. </a:t>
            </a:r>
            <a:r>
              <a:rPr lang="en-US" altLang="en-US" sz="600">
                <a:latin typeface="Arial" panose="020B0604020202020204" pitchFamily="34" charset="0"/>
                <a:ea typeface="ＭＳ Ｐゴシック" panose="020B0600070205080204" pitchFamily="34" charset="-128"/>
                <a:hlinkClick r:id="rId6"/>
              </a:rPr>
              <a:t>Vladimir Chelomei</a:t>
            </a:r>
            <a:r>
              <a:rPr lang="en-US" altLang="en-US" sz="600">
                <a:latin typeface="Arial" panose="020B0604020202020204" pitchFamily="34" charset="0"/>
                <a:ea typeface="ＭＳ Ｐゴシック" panose="020B0600070205080204" pitchFamily="34" charset="-128"/>
              </a:rPr>
              <a:t>, Korolev's rival, presented his "Universal Rocket" series, which used a common lower stage in various clustered configurations to meet a wide variety of payload requirements. </a:t>
            </a:r>
            <a:r>
              <a:rPr lang="en-US" altLang="en-US" sz="600">
                <a:latin typeface="Arial" panose="020B0604020202020204" pitchFamily="34" charset="0"/>
                <a:ea typeface="ＭＳ Ｐゴシック" panose="020B0600070205080204" pitchFamily="34" charset="-128"/>
                <a:hlinkClick r:id="rId9"/>
              </a:rPr>
              <a:t>Mikhail Yangel</a:t>
            </a:r>
            <a:r>
              <a:rPr lang="en-US" altLang="en-US" sz="600">
                <a:latin typeface="Arial" panose="020B0604020202020204" pitchFamily="34" charset="0"/>
                <a:ea typeface="ＭＳ Ｐゴシック" panose="020B0600070205080204" pitchFamily="34" charset="-128"/>
              </a:rPr>
              <a:t>, perhaps the most successful of the three but with little political power, presented the small </a:t>
            </a:r>
            <a:r>
              <a:rPr lang="en-US" altLang="en-US" sz="600">
                <a:latin typeface="Arial" panose="020B0604020202020204" pitchFamily="34" charset="0"/>
                <a:ea typeface="ＭＳ Ｐゴシック" panose="020B0600070205080204" pitchFamily="34" charset="-128"/>
                <a:hlinkClick r:id="rId10"/>
              </a:rPr>
              <a:t>R-26</a:t>
            </a:r>
            <a:r>
              <a:rPr lang="en-US" altLang="en-US" sz="600">
                <a:latin typeface="Arial" panose="020B0604020202020204" pitchFamily="34" charset="0"/>
                <a:ea typeface="ＭＳ Ｐゴシック" panose="020B0600070205080204" pitchFamily="34" charset="-128"/>
              </a:rPr>
              <a:t> intended to replace the </a:t>
            </a:r>
            <a:r>
              <a:rPr lang="en-US" altLang="en-US" sz="600">
                <a:latin typeface="Arial" panose="020B0604020202020204" pitchFamily="34" charset="0"/>
                <a:ea typeface="ＭＳ Ｐゴシック" panose="020B0600070205080204" pitchFamily="34" charset="-128"/>
                <a:hlinkClick r:id="rId11"/>
              </a:rPr>
              <a:t>R-16</a:t>
            </a:r>
            <a:r>
              <a:rPr lang="en-US" altLang="en-US" sz="600">
                <a:latin typeface="Arial" panose="020B0604020202020204" pitchFamily="34" charset="0"/>
                <a:ea typeface="ＭＳ Ｐゴシック" panose="020B0600070205080204" pitchFamily="34" charset="-128"/>
              </a:rPr>
              <a:t>, the much larger </a:t>
            </a:r>
            <a:r>
              <a:rPr lang="en-US" altLang="en-US" sz="600">
                <a:latin typeface="Arial" panose="020B0604020202020204" pitchFamily="34" charset="0"/>
                <a:ea typeface="ＭＳ Ｐゴシック" panose="020B0600070205080204" pitchFamily="34" charset="-128"/>
                <a:hlinkClick r:id="rId12"/>
              </a:rPr>
              <a:t>R-36</a:t>
            </a:r>
            <a:r>
              <a:rPr lang="en-US" altLang="en-US" sz="600">
                <a:latin typeface="Arial" panose="020B0604020202020204" pitchFamily="34" charset="0"/>
                <a:ea typeface="ＭＳ Ｐゴシック" panose="020B0600070205080204" pitchFamily="34" charset="-128"/>
              </a:rPr>
              <a:t> ICBM, as well as the SK-100, a space launcher based on a huge cluster of R-16's. In the end the military planners selected Chelomei's </a:t>
            </a:r>
            <a:r>
              <a:rPr lang="en-US" altLang="en-US" sz="600">
                <a:latin typeface="Arial" panose="020B0604020202020204" pitchFamily="34" charset="0"/>
                <a:ea typeface="ＭＳ Ｐゴシック" panose="020B0600070205080204" pitchFamily="34" charset="-128"/>
                <a:hlinkClick r:id="rId13"/>
              </a:rPr>
              <a:t>UR-100</a:t>
            </a:r>
            <a:r>
              <a:rPr lang="en-US" altLang="en-US" sz="600">
                <a:latin typeface="Arial" panose="020B0604020202020204" pitchFamily="34" charset="0"/>
                <a:ea typeface="ＭＳ Ｐゴシック" panose="020B0600070205080204" pitchFamily="34" charset="-128"/>
              </a:rPr>
              <a:t> as the new "light" ICBM, and Yangel's R-36 for the "heavy" role. They saw no need for any of the larger dedicated launchers, but also gave Korolev funding to develop the </a:t>
            </a:r>
            <a:r>
              <a:rPr lang="en-US" altLang="en-US" sz="600">
                <a:latin typeface="Arial" panose="020B0604020202020204" pitchFamily="34" charset="0"/>
                <a:ea typeface="ＭＳ Ｐゴシック" panose="020B0600070205080204" pitchFamily="34" charset="-128"/>
                <a:hlinkClick r:id="rId14"/>
              </a:rPr>
              <a:t>Molniya</a:t>
            </a:r>
            <a:r>
              <a:rPr lang="en-US" altLang="en-US" sz="600">
                <a:latin typeface="Arial" panose="020B0604020202020204" pitchFamily="34" charset="0"/>
                <a:ea typeface="ＭＳ Ｐゴシック" panose="020B0600070205080204" pitchFamily="34" charset="-128"/>
              </a:rPr>
              <a:t> (8K78) adaptation of the R-7.  In March 1961, during a meeting at </a:t>
            </a:r>
            <a:r>
              <a:rPr lang="en-US" altLang="en-US" sz="600">
                <a:latin typeface="Arial" panose="020B0604020202020204" pitchFamily="34" charset="0"/>
                <a:ea typeface="ＭＳ Ｐゴシック" panose="020B0600070205080204" pitchFamily="34" charset="-128"/>
                <a:hlinkClick r:id="rId15"/>
              </a:rPr>
              <a:t>Baikonur</a:t>
            </a:r>
            <a:r>
              <a:rPr lang="en-US" altLang="en-US" sz="600">
                <a:latin typeface="Arial" panose="020B0604020202020204" pitchFamily="34" charset="0"/>
                <a:ea typeface="ＭＳ Ｐゴシック" panose="020B0600070205080204" pitchFamily="34" charset="-128"/>
              </a:rPr>
              <a:t>, designers discussed the N1 design, along with a competing </a:t>
            </a:r>
            <a:r>
              <a:rPr lang="en-US" altLang="en-US" sz="600">
                <a:latin typeface="Arial" panose="020B0604020202020204" pitchFamily="34" charset="0"/>
                <a:ea typeface="ＭＳ Ｐゴシック" panose="020B0600070205080204" pitchFamily="34" charset="-128"/>
                <a:hlinkClick r:id="rId16"/>
              </a:rPr>
              <a:t>Glushko</a:t>
            </a:r>
            <a:r>
              <a:rPr lang="en-US" altLang="en-US" sz="600">
                <a:latin typeface="Arial" panose="020B0604020202020204" pitchFamily="34" charset="0"/>
                <a:ea typeface="ＭＳ Ｐゴシック" panose="020B0600070205080204" pitchFamily="34" charset="-128"/>
              </a:rPr>
              <a:t> design, the R-20. In June, Korolev was given a small amount of funding for N1 development between 1961 and 1963. In May 1961 a government report, On Reconsideration of the Plans for Space Vehicles in the Direction of Defense Purposes, set the first test launch of the N1 rocket for 1965.</a:t>
            </a:r>
          </a:p>
          <a:p>
            <a:pPr>
              <a:lnSpc>
                <a:spcPct val="80000"/>
              </a:lnSpc>
            </a:pPr>
            <a:endParaRPr lang="en-US" altLang="en-US" sz="600">
              <a:latin typeface="Arial" panose="020B0604020202020204" pitchFamily="34" charset="0"/>
              <a:ea typeface="ＭＳ Ｐゴシック" panose="020B0600070205080204" pitchFamily="34" charset="-128"/>
            </a:endParaRPr>
          </a:p>
          <a:p>
            <a:pPr>
              <a:lnSpc>
                <a:spcPct val="80000"/>
              </a:lnSpc>
            </a:pPr>
            <a:r>
              <a:rPr lang="en-US" altLang="en-US" sz="600">
                <a:latin typeface="Arial" panose="020B0604020202020204" pitchFamily="34" charset="0"/>
                <a:ea typeface="ＭＳ Ｐゴシック" panose="020B0600070205080204" pitchFamily="34" charset="-128"/>
              </a:rPr>
              <a:t>The N1 was a very large rocket, standing 105 metres (344 ft) tall—among the world's largest launch vehicles, somewhat smaller than the </a:t>
            </a:r>
            <a:r>
              <a:rPr lang="en-US" altLang="en-US" sz="600">
                <a:latin typeface="Arial" panose="020B0604020202020204" pitchFamily="34" charset="0"/>
                <a:ea typeface="ＭＳ Ｐゴシック" panose="020B0600070205080204" pitchFamily="34" charset="-128"/>
                <a:hlinkClick r:id="rId17"/>
              </a:rPr>
              <a:t>Saturn V</a:t>
            </a:r>
            <a:r>
              <a:rPr lang="en-US" altLang="en-US" sz="600">
                <a:latin typeface="Arial" panose="020B0604020202020204" pitchFamily="34" charset="0"/>
                <a:ea typeface="ＭＳ Ｐゴシック" panose="020B0600070205080204" pitchFamily="34" charset="-128"/>
              </a:rPr>
              <a:t> in height and mass, but greater in lift-off thrust, but with significantly less payload capability. The N1-L3 consisted of five stages in total, three for immediate boost into orbit (the N1), and another two for the lunar portion (the L3). Fully loaded and fueled, the N1-L3 weighed 2,788 metric tons (6,150,000 lb). The lower three stages were shaped to produce a single truncated cone just over 10 m wide at the base, while the L3 section was cylindrical at about 4.4 m wide. The conical shaping of the lower stages was due to the arrangement of the tanks within, a smaller spherical kerosene tank on top of the larger liquid oxygen tank below.</a:t>
            </a:r>
          </a:p>
          <a:p>
            <a:pPr>
              <a:lnSpc>
                <a:spcPct val="80000"/>
              </a:lnSpc>
            </a:pPr>
            <a:endParaRPr lang="en-US" altLang="en-US" sz="600">
              <a:latin typeface="Arial" panose="020B0604020202020204" pitchFamily="34" charset="0"/>
              <a:ea typeface="ＭＳ Ｐゴシック" panose="020B0600070205080204" pitchFamily="34" charset="-128"/>
            </a:endParaRPr>
          </a:p>
          <a:p>
            <a:pPr>
              <a:lnSpc>
                <a:spcPct val="80000"/>
              </a:lnSpc>
            </a:pPr>
            <a:r>
              <a:rPr lang="en-US" altLang="en-US" sz="600">
                <a:latin typeface="Arial" panose="020B0604020202020204" pitchFamily="34" charset="0"/>
                <a:ea typeface="ＭＳ Ｐゴシック" panose="020B0600070205080204" pitchFamily="34" charset="-128"/>
              </a:rPr>
              <a:t>The first stage, Block A, was powered by 30 NK-15 engines arranged in two rings, the main ring of 24 at the outer edge of the booster, the inner of 6 at about half diameter. The engines were the first ever </a:t>
            </a:r>
            <a:r>
              <a:rPr lang="en-US" altLang="en-US" sz="600">
                <a:latin typeface="Arial" panose="020B0604020202020204" pitchFamily="34" charset="0"/>
                <a:ea typeface="ＭＳ Ｐゴシック" panose="020B0600070205080204" pitchFamily="34" charset="-128"/>
                <a:hlinkClick r:id="rId18"/>
              </a:rPr>
              <a:t>staged combustion cycle</a:t>
            </a:r>
            <a:r>
              <a:rPr lang="en-US" altLang="en-US" sz="600">
                <a:latin typeface="Arial" panose="020B0604020202020204" pitchFamily="34" charset="0"/>
                <a:ea typeface="ＭＳ Ｐゴシック" panose="020B0600070205080204" pitchFamily="34" charset="-128"/>
              </a:rPr>
              <a:t> engines. The control system was primarily based on differential throttling of the engines, the outer ring for pitch and yaw, the inner six on gimballing mounts for roll. The Block A also included four </a:t>
            </a:r>
            <a:r>
              <a:rPr lang="en-US" altLang="en-US" sz="600">
                <a:latin typeface="Arial" panose="020B0604020202020204" pitchFamily="34" charset="0"/>
                <a:ea typeface="ＭＳ Ｐゴシック" panose="020B0600070205080204" pitchFamily="34" charset="-128"/>
                <a:hlinkClick r:id="rId19"/>
              </a:rPr>
              <a:t>grid fins</a:t>
            </a:r>
            <a:r>
              <a:rPr lang="en-US" altLang="en-US" sz="600">
                <a:latin typeface="Arial" panose="020B0604020202020204" pitchFamily="34" charset="0"/>
                <a:ea typeface="ＭＳ Ｐゴシック" panose="020B0600070205080204" pitchFamily="34" charset="-128"/>
              </a:rPr>
              <a:t>, which were later used on Soviet </a:t>
            </a:r>
            <a:r>
              <a:rPr lang="en-US" altLang="en-US" sz="600">
                <a:latin typeface="Arial" panose="020B0604020202020204" pitchFamily="34" charset="0"/>
                <a:ea typeface="ＭＳ Ｐゴシック" panose="020B0600070205080204" pitchFamily="34" charset="-128"/>
                <a:hlinkClick r:id="rId20"/>
              </a:rPr>
              <a:t>air-to-air missile</a:t>
            </a:r>
            <a:r>
              <a:rPr lang="en-US" altLang="en-US" sz="600">
                <a:latin typeface="Arial" panose="020B0604020202020204" pitchFamily="34" charset="0"/>
                <a:ea typeface="ＭＳ Ｐゴシック" panose="020B0600070205080204" pitchFamily="34" charset="-128"/>
              </a:rPr>
              <a:t> designs. In total, the Block A produced 43 meganewtons (9,700,000 lbf)</a:t>
            </a:r>
            <a:r>
              <a:rPr lang="en-US" altLang="en-US" sz="600" baseline="30000">
                <a:latin typeface="Arial" panose="020B0604020202020204" pitchFamily="34" charset="0"/>
                <a:ea typeface="ＭＳ Ｐゴシック" panose="020B0600070205080204" pitchFamily="34" charset="-128"/>
                <a:hlinkClick r:id="rId21"/>
              </a:rPr>
              <a:t>[1]</a:t>
            </a:r>
            <a:r>
              <a:rPr lang="en-US" altLang="en-US" sz="600">
                <a:latin typeface="Arial" panose="020B0604020202020204" pitchFamily="34" charset="0"/>
                <a:ea typeface="ＭＳ Ｐゴシック" panose="020B0600070205080204" pitchFamily="34" charset="-128"/>
              </a:rPr>
              <a:t> of thrust. This exceeded the 33.7 meganewtons (7,600,000 lbf)</a:t>
            </a:r>
            <a:r>
              <a:rPr lang="en-US" altLang="en-US" sz="600" baseline="30000">
                <a:latin typeface="Arial" panose="020B0604020202020204" pitchFamily="34" charset="0"/>
                <a:ea typeface="ＭＳ Ｐゴシック" panose="020B0600070205080204" pitchFamily="34" charset="-128"/>
                <a:hlinkClick r:id="rId22"/>
              </a:rPr>
              <a:t>[2]</a:t>
            </a:r>
            <a:r>
              <a:rPr lang="en-US" altLang="en-US" sz="600">
                <a:latin typeface="Arial" panose="020B0604020202020204" pitchFamily="34" charset="0"/>
                <a:ea typeface="ＭＳ Ｐゴシック" panose="020B0600070205080204" pitchFamily="34" charset="-128"/>
              </a:rPr>
              <a:t> thrust of the Saturn V.</a:t>
            </a:r>
          </a:p>
          <a:p>
            <a:pPr>
              <a:lnSpc>
                <a:spcPct val="80000"/>
              </a:lnSpc>
            </a:pPr>
            <a:endParaRPr lang="en-US" altLang="en-US" sz="600">
              <a:latin typeface="Arial" panose="020B0604020202020204" pitchFamily="34" charset="0"/>
              <a:ea typeface="ＭＳ Ｐゴシック" panose="020B0600070205080204" pitchFamily="34" charset="-128"/>
            </a:endParaRPr>
          </a:p>
          <a:p>
            <a:pPr>
              <a:lnSpc>
                <a:spcPct val="80000"/>
              </a:lnSpc>
            </a:pPr>
            <a:r>
              <a:rPr lang="en-US" altLang="en-US" sz="600">
                <a:latin typeface="Arial" panose="020B0604020202020204" pitchFamily="34" charset="0"/>
                <a:ea typeface="ＭＳ Ｐゴシック" panose="020B0600070205080204" pitchFamily="34" charset="-128"/>
              </a:rPr>
              <a:t>The second stage, Block B, was powered by 8 NK-15V engines arranged in a single ring. The only major difference between the NK-15 and -15V was the engine bell and various tunings for air-start and high-altitude performance. The upper stage, Block V (V being the third letter in the Russian alphabet), mounted four smaller NK-21 engines in a square.</a:t>
            </a:r>
          </a:p>
          <a:p>
            <a:pPr>
              <a:lnSpc>
                <a:spcPct val="80000"/>
              </a:lnSpc>
            </a:pPr>
            <a:r>
              <a:rPr lang="en-US" altLang="en-US" sz="600">
                <a:latin typeface="Arial" panose="020B0604020202020204" pitchFamily="34" charset="0"/>
                <a:ea typeface="ＭＳ Ｐゴシック" panose="020B0600070205080204" pitchFamily="34" charset="-128"/>
              </a:rPr>
              <a:t>During the N1's lifetime, a series of improved engines was introduced to replace those used in the original design. The first stage used an adaptation of the NK-15 known as the </a:t>
            </a:r>
            <a:r>
              <a:rPr lang="en-US" altLang="en-US" sz="600">
                <a:latin typeface="Arial" panose="020B0604020202020204" pitchFamily="34" charset="0"/>
                <a:ea typeface="ＭＳ Ｐゴシック" panose="020B0600070205080204" pitchFamily="34" charset="-128"/>
                <a:hlinkClick r:id="rId23"/>
              </a:rPr>
              <a:t>NK-33</a:t>
            </a:r>
            <a:r>
              <a:rPr lang="en-US" altLang="en-US" sz="600">
                <a:latin typeface="Arial" panose="020B0604020202020204" pitchFamily="34" charset="0"/>
                <a:ea typeface="ＭＳ Ｐゴシック" panose="020B0600070205080204" pitchFamily="34" charset="-128"/>
              </a:rPr>
              <a:t>, the second stage a similar modification known as the </a:t>
            </a:r>
            <a:r>
              <a:rPr lang="en-US" altLang="en-US" sz="600">
                <a:latin typeface="Arial" panose="020B0604020202020204" pitchFamily="34" charset="0"/>
                <a:ea typeface="ＭＳ Ｐゴシック" panose="020B0600070205080204" pitchFamily="34" charset="-128"/>
                <a:hlinkClick r:id="rId24"/>
              </a:rPr>
              <a:t>NK-43</a:t>
            </a:r>
            <a:r>
              <a:rPr lang="en-US" altLang="en-US" sz="600">
                <a:latin typeface="Arial" panose="020B0604020202020204" pitchFamily="34" charset="0"/>
                <a:ea typeface="ＭＳ Ｐゴシック" panose="020B0600070205080204" pitchFamily="34" charset="-128"/>
              </a:rPr>
              <a:t>, and finally the third stage used the NK-31. The resulting modified N1 was known as the N1F, but did not fly before the project's cancellation.</a:t>
            </a:r>
          </a:p>
          <a:p>
            <a:pPr>
              <a:lnSpc>
                <a:spcPct val="80000"/>
              </a:lnSpc>
            </a:pPr>
            <a:r>
              <a:rPr lang="en-US" altLang="en-US" sz="600">
                <a:latin typeface="Arial" panose="020B0604020202020204" pitchFamily="34" charset="0"/>
                <a:ea typeface="ＭＳ Ｐゴシック" panose="020B0600070205080204" pitchFamily="34" charset="-128"/>
              </a:rPr>
              <a:t> </a:t>
            </a:r>
          </a:p>
          <a:p>
            <a:pPr>
              <a:lnSpc>
                <a:spcPct val="80000"/>
              </a:lnSpc>
            </a:pPr>
            <a:endParaRPr lang="en-US" altLang="en-US" sz="600">
              <a:latin typeface="Arial" panose="020B0604020202020204" pitchFamily="34" charset="0"/>
              <a:ea typeface="ＭＳ Ｐゴシック" panose="020B0600070205080204" pitchFamily="34" charset="-128"/>
            </a:endParaRPr>
          </a:p>
        </p:txBody>
      </p:sp>
      <p:sp>
        <p:nvSpPr>
          <p:cNvPr id="45059" name="Slide Number Placeholder 3">
            <a:extLst>
              <a:ext uri="{FF2B5EF4-FFF2-40B4-BE49-F238E27FC236}">
                <a16:creationId xmlns:a16="http://schemas.microsoft.com/office/drawing/2014/main" id="{69886AF1-01A4-EC4A-939B-A64FC745150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7575">
              <a:defRPr sz="2400" b="1">
                <a:solidFill>
                  <a:schemeClr val="tx1"/>
                </a:solidFill>
                <a:latin typeface="Arial" panose="020B0604020202020204" pitchFamily="34" charset="0"/>
                <a:ea typeface="ＭＳ Ｐゴシック" panose="020B0600070205080204" pitchFamily="34" charset="-128"/>
              </a:defRPr>
            </a:lvl1pPr>
            <a:lvl2pPr marL="742950" indent="-285750" defTabSz="917575">
              <a:defRPr sz="2400" b="1">
                <a:solidFill>
                  <a:schemeClr val="tx1"/>
                </a:solidFill>
                <a:latin typeface="Arial" panose="020B0604020202020204" pitchFamily="34" charset="0"/>
                <a:ea typeface="ＭＳ Ｐゴシック" panose="020B0600070205080204" pitchFamily="34" charset="-128"/>
              </a:defRPr>
            </a:lvl2pPr>
            <a:lvl3pPr marL="1143000" indent="-228600" defTabSz="917575">
              <a:defRPr sz="2400" b="1">
                <a:solidFill>
                  <a:schemeClr val="tx1"/>
                </a:solidFill>
                <a:latin typeface="Arial" panose="020B0604020202020204" pitchFamily="34" charset="0"/>
                <a:ea typeface="ＭＳ Ｐゴシック" panose="020B0600070205080204" pitchFamily="34" charset="-128"/>
              </a:defRPr>
            </a:lvl3pPr>
            <a:lvl4pPr marL="1600200" indent="-228600" defTabSz="917575">
              <a:defRPr sz="2400" b="1">
                <a:solidFill>
                  <a:schemeClr val="tx1"/>
                </a:solidFill>
                <a:latin typeface="Arial" panose="020B0604020202020204" pitchFamily="34" charset="0"/>
                <a:ea typeface="ＭＳ Ｐゴシック" panose="020B0600070205080204" pitchFamily="34" charset="-128"/>
              </a:defRPr>
            </a:lvl4pPr>
            <a:lvl5pPr marL="2057400" indent="-228600" defTabSz="917575">
              <a:defRPr sz="2400" b="1">
                <a:solidFill>
                  <a:schemeClr val="tx1"/>
                </a:solidFill>
                <a:latin typeface="Arial" panose="020B0604020202020204" pitchFamily="34" charset="0"/>
                <a:ea typeface="ＭＳ Ｐゴシック" panose="020B0600070205080204" pitchFamily="34" charset="-128"/>
              </a:defRPr>
            </a:lvl5pPr>
            <a:lvl6pPr marL="25146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A20EA3C8-5824-DE43-B27D-D44D9F573F14}" type="slidenum">
              <a:rPr lang="en-US" altLang="en-US" sz="1200" b="0"/>
              <a:pPr/>
              <a:t>13</a:t>
            </a:fld>
            <a:endParaRPr lang="en-US" altLang="en-US" sz="1200" b="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Image Placeholder 1"/>
          <p:cNvSpPr>
            <a:spLocks noGrp="1" noRot="1" noChangeAspect="1"/>
          </p:cNvSpPr>
          <p:nvPr>
            <p:ph type="sldImg"/>
          </p:nvPr>
        </p:nvSpPr>
        <p:spPr>
          <a:xfrm>
            <a:off x="2312988" y="514350"/>
            <a:ext cx="4572000" cy="2571750"/>
          </a:xfrm>
          <a:ln/>
        </p:spPr>
      </p:sp>
      <p:sp>
        <p:nvSpPr>
          <p:cNvPr id="22530"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a:latin typeface="Arial" charset="0"/>
                <a:ea typeface="ＭＳ Ｐゴシック" charset="-128"/>
              </a:rPr>
              <a:t>Rep. Albert Thomas on House Appropriations was responsible for the Houston location.</a:t>
            </a:r>
          </a:p>
        </p:txBody>
      </p:sp>
      <p:sp>
        <p:nvSpPr>
          <p:cNvPr id="22531"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17575">
              <a:defRPr sz="2400" b="1">
                <a:solidFill>
                  <a:schemeClr val="tx1"/>
                </a:solidFill>
                <a:latin typeface="Arial" charset="0"/>
                <a:ea typeface="ＭＳ Ｐゴシック" charset="-128"/>
              </a:defRPr>
            </a:lvl1pPr>
            <a:lvl2pPr marL="742950" indent="-285750" defTabSz="917575">
              <a:defRPr sz="2400" b="1">
                <a:solidFill>
                  <a:schemeClr val="tx1"/>
                </a:solidFill>
                <a:latin typeface="Arial" charset="0"/>
                <a:ea typeface="ＭＳ Ｐゴシック" charset="-128"/>
              </a:defRPr>
            </a:lvl2pPr>
            <a:lvl3pPr marL="1143000" indent="-228600" defTabSz="917575">
              <a:defRPr sz="2400" b="1">
                <a:solidFill>
                  <a:schemeClr val="tx1"/>
                </a:solidFill>
                <a:latin typeface="Arial" charset="0"/>
                <a:ea typeface="ＭＳ Ｐゴシック" charset="-128"/>
              </a:defRPr>
            </a:lvl3pPr>
            <a:lvl4pPr marL="1600200" indent="-228600" defTabSz="917575">
              <a:defRPr sz="2400" b="1">
                <a:solidFill>
                  <a:schemeClr val="tx1"/>
                </a:solidFill>
                <a:latin typeface="Arial" charset="0"/>
                <a:ea typeface="ＭＳ Ｐゴシック" charset="-128"/>
              </a:defRPr>
            </a:lvl4pPr>
            <a:lvl5pPr marL="2057400" indent="-228600" defTabSz="917575">
              <a:defRPr sz="2400" b="1">
                <a:solidFill>
                  <a:schemeClr val="tx1"/>
                </a:solidFill>
                <a:latin typeface="Arial" charset="0"/>
                <a:ea typeface="ＭＳ Ｐゴシック" charset="-128"/>
              </a:defRPr>
            </a:lvl5pPr>
            <a:lvl6pPr marL="2514600" indent="-228600" defTabSz="917575"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defTabSz="917575"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defTabSz="917575"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defTabSz="917575" eaLnBrk="0" fontAlgn="base" hangingPunct="0">
              <a:spcBef>
                <a:spcPct val="0"/>
              </a:spcBef>
              <a:spcAft>
                <a:spcPct val="0"/>
              </a:spcAft>
              <a:defRPr sz="2400" b="1">
                <a:solidFill>
                  <a:schemeClr val="tx1"/>
                </a:solidFill>
                <a:latin typeface="Arial" charset="0"/>
                <a:ea typeface="ＭＳ Ｐゴシック" charset="-128"/>
              </a:defRPr>
            </a:lvl9pPr>
          </a:lstStyle>
          <a:p>
            <a:fld id="{D621AFDD-DAA5-6349-A491-81F64C1EDF61}" type="slidenum">
              <a:rPr lang="en-US" altLang="en-US" sz="1200" b="0"/>
              <a:pPr/>
              <a:t>16</a:t>
            </a:fld>
            <a:endParaRPr lang="en-US" altLang="en-US" sz="1200" b="0"/>
          </a:p>
        </p:txBody>
      </p:sp>
    </p:spTree>
    <p:extLst>
      <p:ext uri="{BB962C8B-B14F-4D97-AF65-F5344CB8AC3E}">
        <p14:creationId xmlns:p14="http://schemas.microsoft.com/office/powerpoint/2010/main" val="2266688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Slide Image Placeholder 1">
            <a:extLst>
              <a:ext uri="{FF2B5EF4-FFF2-40B4-BE49-F238E27FC236}">
                <a16:creationId xmlns:a16="http://schemas.microsoft.com/office/drawing/2014/main" id="{5617C427-A970-CF43-B9BC-EE27D4B873FC}"/>
              </a:ext>
            </a:extLst>
          </p:cNvPr>
          <p:cNvSpPr>
            <a:spLocks noGrp="1" noRot="1" noChangeAspect="1" noTextEdit="1"/>
          </p:cNvSpPr>
          <p:nvPr>
            <p:ph type="sldImg"/>
          </p:nvPr>
        </p:nvSpPr>
        <p:spPr>
          <a:xfrm>
            <a:off x="2312988" y="514350"/>
            <a:ext cx="4572000" cy="2571750"/>
          </a:xfrm>
          <a:ln/>
        </p:spPr>
      </p:sp>
      <p:sp>
        <p:nvSpPr>
          <p:cNvPr id="97282" name="Notes Placeholder 2">
            <a:extLst>
              <a:ext uri="{FF2B5EF4-FFF2-40B4-BE49-F238E27FC236}">
                <a16:creationId xmlns:a16="http://schemas.microsoft.com/office/drawing/2014/main" id="{254FCE5E-2355-FE43-A363-E33BF621E88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
        <p:nvSpPr>
          <p:cNvPr id="97283" name="Slide Number Placeholder 3">
            <a:extLst>
              <a:ext uri="{FF2B5EF4-FFF2-40B4-BE49-F238E27FC236}">
                <a16:creationId xmlns:a16="http://schemas.microsoft.com/office/drawing/2014/main" id="{576252F2-E9F9-9F47-9FAD-914A14DA2B6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7575">
              <a:defRPr sz="2400" b="1">
                <a:solidFill>
                  <a:schemeClr val="tx1"/>
                </a:solidFill>
                <a:latin typeface="Arial" panose="020B0604020202020204" pitchFamily="34" charset="0"/>
                <a:ea typeface="ＭＳ Ｐゴシック" panose="020B0600070205080204" pitchFamily="34" charset="-128"/>
              </a:defRPr>
            </a:lvl1pPr>
            <a:lvl2pPr marL="742950" indent="-285750" defTabSz="917575">
              <a:defRPr sz="2400" b="1">
                <a:solidFill>
                  <a:schemeClr val="tx1"/>
                </a:solidFill>
                <a:latin typeface="Arial" panose="020B0604020202020204" pitchFamily="34" charset="0"/>
                <a:ea typeface="ＭＳ Ｐゴシック" panose="020B0600070205080204" pitchFamily="34" charset="-128"/>
              </a:defRPr>
            </a:lvl2pPr>
            <a:lvl3pPr marL="1143000" indent="-228600" defTabSz="917575">
              <a:defRPr sz="2400" b="1">
                <a:solidFill>
                  <a:schemeClr val="tx1"/>
                </a:solidFill>
                <a:latin typeface="Arial" panose="020B0604020202020204" pitchFamily="34" charset="0"/>
                <a:ea typeface="ＭＳ Ｐゴシック" panose="020B0600070205080204" pitchFamily="34" charset="-128"/>
              </a:defRPr>
            </a:lvl3pPr>
            <a:lvl4pPr marL="1600200" indent="-228600" defTabSz="917575">
              <a:defRPr sz="2400" b="1">
                <a:solidFill>
                  <a:schemeClr val="tx1"/>
                </a:solidFill>
                <a:latin typeface="Arial" panose="020B0604020202020204" pitchFamily="34" charset="0"/>
                <a:ea typeface="ＭＳ Ｐゴシック" panose="020B0600070205080204" pitchFamily="34" charset="-128"/>
              </a:defRPr>
            </a:lvl4pPr>
            <a:lvl5pPr marL="2057400" indent="-228600" defTabSz="917575">
              <a:defRPr sz="2400" b="1">
                <a:solidFill>
                  <a:schemeClr val="tx1"/>
                </a:solidFill>
                <a:latin typeface="Arial" panose="020B0604020202020204" pitchFamily="34" charset="0"/>
                <a:ea typeface="ＭＳ Ｐゴシック" panose="020B0600070205080204" pitchFamily="34" charset="-128"/>
              </a:defRPr>
            </a:lvl5pPr>
            <a:lvl6pPr marL="25146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B96575DC-966B-F04F-B23E-5330B56DDED6}" type="slidenum">
              <a:rPr lang="en-US" altLang="en-US" sz="1200" b="0"/>
              <a:pPr/>
              <a:t>17</a:t>
            </a:fld>
            <a:endParaRPr lang="en-US" altLang="en-US" sz="1200" b="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C4F6883A-F0F8-F14F-BCA2-5AF6E0CB8A6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7575">
              <a:defRPr sz="2400" b="1">
                <a:solidFill>
                  <a:schemeClr val="tx1"/>
                </a:solidFill>
                <a:latin typeface="Arial" panose="020B0604020202020204" pitchFamily="34" charset="0"/>
                <a:ea typeface="ＭＳ Ｐゴシック" panose="020B0600070205080204" pitchFamily="34" charset="-128"/>
              </a:defRPr>
            </a:lvl1pPr>
            <a:lvl2pPr marL="742950" indent="-285750" defTabSz="917575">
              <a:defRPr sz="2400" b="1">
                <a:solidFill>
                  <a:schemeClr val="tx1"/>
                </a:solidFill>
                <a:latin typeface="Arial" panose="020B0604020202020204" pitchFamily="34" charset="0"/>
                <a:ea typeface="ＭＳ Ｐゴシック" panose="020B0600070205080204" pitchFamily="34" charset="-128"/>
              </a:defRPr>
            </a:lvl2pPr>
            <a:lvl3pPr marL="1143000" indent="-228600" defTabSz="917575">
              <a:defRPr sz="2400" b="1">
                <a:solidFill>
                  <a:schemeClr val="tx1"/>
                </a:solidFill>
                <a:latin typeface="Arial" panose="020B0604020202020204" pitchFamily="34" charset="0"/>
                <a:ea typeface="ＭＳ Ｐゴシック" panose="020B0600070205080204" pitchFamily="34" charset="-128"/>
              </a:defRPr>
            </a:lvl3pPr>
            <a:lvl4pPr marL="1600200" indent="-228600" defTabSz="917575">
              <a:defRPr sz="2400" b="1">
                <a:solidFill>
                  <a:schemeClr val="tx1"/>
                </a:solidFill>
                <a:latin typeface="Arial" panose="020B0604020202020204" pitchFamily="34" charset="0"/>
                <a:ea typeface="ＭＳ Ｐゴシック" panose="020B0600070205080204" pitchFamily="34" charset="-128"/>
              </a:defRPr>
            </a:lvl4pPr>
            <a:lvl5pPr marL="2057400" indent="-228600" defTabSz="917575">
              <a:defRPr sz="2400" b="1">
                <a:solidFill>
                  <a:schemeClr val="tx1"/>
                </a:solidFill>
                <a:latin typeface="Arial" panose="020B0604020202020204" pitchFamily="34" charset="0"/>
                <a:ea typeface="ＭＳ Ｐゴシック" panose="020B0600070205080204" pitchFamily="34" charset="-128"/>
              </a:defRPr>
            </a:lvl5pPr>
            <a:lvl6pPr marL="25146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828195C8-E038-3646-A8CE-01DA957A367A}" type="slidenum">
              <a:rPr lang="en-US" altLang="en-US" sz="1200" b="0"/>
              <a:pPr/>
              <a:t>18</a:t>
            </a:fld>
            <a:endParaRPr lang="en-US" altLang="en-US" sz="1200" b="0"/>
          </a:p>
        </p:txBody>
      </p:sp>
      <p:sp>
        <p:nvSpPr>
          <p:cNvPr id="50178" name="Rectangle 2">
            <a:extLst>
              <a:ext uri="{FF2B5EF4-FFF2-40B4-BE49-F238E27FC236}">
                <a16:creationId xmlns:a16="http://schemas.microsoft.com/office/drawing/2014/main" id="{ED211F66-A7E4-A149-92C7-B8A4F41462E4}"/>
              </a:ext>
            </a:extLst>
          </p:cNvPr>
          <p:cNvSpPr>
            <a:spLocks noGrp="1" noRot="1" noChangeAspect="1" noChangeArrowheads="1" noTextEdit="1"/>
          </p:cNvSpPr>
          <p:nvPr>
            <p:ph type="sldImg"/>
          </p:nvPr>
        </p:nvSpPr>
        <p:spPr>
          <a:xfrm>
            <a:off x="2312988" y="514350"/>
            <a:ext cx="4572000" cy="2571750"/>
          </a:xfrm>
          <a:ln/>
        </p:spPr>
      </p:sp>
      <p:sp>
        <p:nvSpPr>
          <p:cNvPr id="50179" name="Rectangle 3">
            <a:extLst>
              <a:ext uri="{FF2B5EF4-FFF2-40B4-BE49-F238E27FC236}">
                <a16:creationId xmlns:a16="http://schemas.microsoft.com/office/drawing/2014/main" id="{89666059-C772-9744-A96B-B728C692AEB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a:extLst>
              <a:ext uri="{FF2B5EF4-FFF2-40B4-BE49-F238E27FC236}">
                <a16:creationId xmlns:a16="http://schemas.microsoft.com/office/drawing/2014/main" id="{803E9C3B-129C-CF4A-830C-955E195B19C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7575">
              <a:defRPr sz="2400" b="1">
                <a:solidFill>
                  <a:schemeClr val="tx1"/>
                </a:solidFill>
                <a:latin typeface="Arial" panose="020B0604020202020204" pitchFamily="34" charset="0"/>
                <a:ea typeface="ＭＳ Ｐゴシック" panose="020B0600070205080204" pitchFamily="34" charset="-128"/>
              </a:defRPr>
            </a:lvl1pPr>
            <a:lvl2pPr marL="742950" indent="-285750" defTabSz="917575">
              <a:defRPr sz="2400" b="1">
                <a:solidFill>
                  <a:schemeClr val="tx1"/>
                </a:solidFill>
                <a:latin typeface="Arial" panose="020B0604020202020204" pitchFamily="34" charset="0"/>
                <a:ea typeface="ＭＳ Ｐゴシック" panose="020B0600070205080204" pitchFamily="34" charset="-128"/>
              </a:defRPr>
            </a:lvl2pPr>
            <a:lvl3pPr marL="1143000" indent="-228600" defTabSz="917575">
              <a:defRPr sz="2400" b="1">
                <a:solidFill>
                  <a:schemeClr val="tx1"/>
                </a:solidFill>
                <a:latin typeface="Arial" panose="020B0604020202020204" pitchFamily="34" charset="0"/>
                <a:ea typeface="ＭＳ Ｐゴシック" panose="020B0600070205080204" pitchFamily="34" charset="-128"/>
              </a:defRPr>
            </a:lvl3pPr>
            <a:lvl4pPr marL="1600200" indent="-228600" defTabSz="917575">
              <a:defRPr sz="2400" b="1">
                <a:solidFill>
                  <a:schemeClr val="tx1"/>
                </a:solidFill>
                <a:latin typeface="Arial" panose="020B0604020202020204" pitchFamily="34" charset="0"/>
                <a:ea typeface="ＭＳ Ｐゴシック" panose="020B0600070205080204" pitchFamily="34" charset="-128"/>
              </a:defRPr>
            </a:lvl4pPr>
            <a:lvl5pPr marL="2057400" indent="-228600" defTabSz="917575">
              <a:defRPr sz="2400" b="1">
                <a:solidFill>
                  <a:schemeClr val="tx1"/>
                </a:solidFill>
                <a:latin typeface="Arial" panose="020B0604020202020204" pitchFamily="34" charset="0"/>
                <a:ea typeface="ＭＳ Ｐゴシック" panose="020B0600070205080204" pitchFamily="34" charset="-128"/>
              </a:defRPr>
            </a:lvl5pPr>
            <a:lvl6pPr marL="25146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56A4C862-DA3E-604C-B10D-9B2773C08BF3}" type="slidenum">
              <a:rPr lang="en-US" altLang="en-US" sz="1200" b="0"/>
              <a:pPr/>
              <a:t>19</a:t>
            </a:fld>
            <a:endParaRPr lang="en-US" altLang="en-US" sz="1200" b="0"/>
          </a:p>
        </p:txBody>
      </p:sp>
      <p:sp>
        <p:nvSpPr>
          <p:cNvPr id="52226" name="Rectangle 2">
            <a:extLst>
              <a:ext uri="{FF2B5EF4-FFF2-40B4-BE49-F238E27FC236}">
                <a16:creationId xmlns:a16="http://schemas.microsoft.com/office/drawing/2014/main" id="{4883FCAE-CBAE-4341-B302-9A229A5A5023}"/>
              </a:ext>
            </a:extLst>
          </p:cNvPr>
          <p:cNvSpPr>
            <a:spLocks noGrp="1" noRot="1" noChangeAspect="1" noChangeArrowheads="1" noTextEdit="1"/>
          </p:cNvSpPr>
          <p:nvPr>
            <p:ph type="sldImg"/>
          </p:nvPr>
        </p:nvSpPr>
        <p:spPr>
          <a:xfrm>
            <a:off x="2312988" y="514350"/>
            <a:ext cx="4572000" cy="2571750"/>
          </a:xfrm>
          <a:ln/>
        </p:spPr>
      </p:sp>
      <p:sp>
        <p:nvSpPr>
          <p:cNvPr id="52227" name="Rectangle 3">
            <a:extLst>
              <a:ext uri="{FF2B5EF4-FFF2-40B4-BE49-F238E27FC236}">
                <a16:creationId xmlns:a16="http://schemas.microsoft.com/office/drawing/2014/main" id="{58894BA6-85F1-2541-9230-74B81C5C5BC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7">
            <a:extLst>
              <a:ext uri="{FF2B5EF4-FFF2-40B4-BE49-F238E27FC236}">
                <a16:creationId xmlns:a16="http://schemas.microsoft.com/office/drawing/2014/main" id="{DB5AED26-9C98-534C-917A-0E0FACB399D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7575">
              <a:defRPr sz="2400" b="1">
                <a:solidFill>
                  <a:schemeClr val="tx1"/>
                </a:solidFill>
                <a:latin typeface="Arial" panose="020B0604020202020204" pitchFamily="34" charset="0"/>
                <a:ea typeface="ＭＳ Ｐゴシック" panose="020B0600070205080204" pitchFamily="34" charset="-128"/>
              </a:defRPr>
            </a:lvl1pPr>
            <a:lvl2pPr marL="742950" indent="-285750" defTabSz="917575">
              <a:defRPr sz="2400" b="1">
                <a:solidFill>
                  <a:schemeClr val="tx1"/>
                </a:solidFill>
                <a:latin typeface="Arial" panose="020B0604020202020204" pitchFamily="34" charset="0"/>
                <a:ea typeface="ＭＳ Ｐゴシック" panose="020B0600070205080204" pitchFamily="34" charset="-128"/>
              </a:defRPr>
            </a:lvl2pPr>
            <a:lvl3pPr marL="1143000" indent="-228600" defTabSz="917575">
              <a:defRPr sz="2400" b="1">
                <a:solidFill>
                  <a:schemeClr val="tx1"/>
                </a:solidFill>
                <a:latin typeface="Arial" panose="020B0604020202020204" pitchFamily="34" charset="0"/>
                <a:ea typeface="ＭＳ Ｐゴシック" panose="020B0600070205080204" pitchFamily="34" charset="-128"/>
              </a:defRPr>
            </a:lvl3pPr>
            <a:lvl4pPr marL="1600200" indent="-228600" defTabSz="917575">
              <a:defRPr sz="2400" b="1">
                <a:solidFill>
                  <a:schemeClr val="tx1"/>
                </a:solidFill>
                <a:latin typeface="Arial" panose="020B0604020202020204" pitchFamily="34" charset="0"/>
                <a:ea typeface="ＭＳ Ｐゴシック" panose="020B0600070205080204" pitchFamily="34" charset="-128"/>
              </a:defRPr>
            </a:lvl4pPr>
            <a:lvl5pPr marL="2057400" indent="-228600" defTabSz="917575">
              <a:defRPr sz="2400" b="1">
                <a:solidFill>
                  <a:schemeClr val="tx1"/>
                </a:solidFill>
                <a:latin typeface="Arial" panose="020B0604020202020204" pitchFamily="34" charset="0"/>
                <a:ea typeface="ＭＳ Ｐゴシック" panose="020B0600070205080204" pitchFamily="34" charset="-128"/>
              </a:defRPr>
            </a:lvl5pPr>
            <a:lvl6pPr marL="25146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E825D36B-AB80-AD41-AB2D-D557E7086B0F}" type="slidenum">
              <a:rPr lang="en-US" altLang="en-US" sz="1200" b="0"/>
              <a:pPr/>
              <a:t>20</a:t>
            </a:fld>
            <a:endParaRPr lang="en-US" altLang="en-US" sz="1200" b="0"/>
          </a:p>
        </p:txBody>
      </p:sp>
      <p:sp>
        <p:nvSpPr>
          <p:cNvPr id="56322" name="Rectangle 2">
            <a:extLst>
              <a:ext uri="{FF2B5EF4-FFF2-40B4-BE49-F238E27FC236}">
                <a16:creationId xmlns:a16="http://schemas.microsoft.com/office/drawing/2014/main" id="{257F3E05-4316-1F4F-A04F-413520FFBBEF}"/>
              </a:ext>
            </a:extLst>
          </p:cNvPr>
          <p:cNvSpPr>
            <a:spLocks noGrp="1" noRot="1" noChangeAspect="1" noChangeArrowheads="1" noTextEdit="1"/>
          </p:cNvSpPr>
          <p:nvPr>
            <p:ph type="sldImg"/>
          </p:nvPr>
        </p:nvSpPr>
        <p:spPr>
          <a:xfrm>
            <a:off x="2312988" y="514350"/>
            <a:ext cx="4572000" cy="2571750"/>
          </a:xfrm>
          <a:ln/>
        </p:spPr>
      </p:sp>
      <p:sp>
        <p:nvSpPr>
          <p:cNvPr id="56323" name="Rectangle 3">
            <a:extLst>
              <a:ext uri="{FF2B5EF4-FFF2-40B4-BE49-F238E27FC236}">
                <a16:creationId xmlns:a16="http://schemas.microsoft.com/office/drawing/2014/main" id="{C6656B4A-425A-5B41-9F06-B714A8A5A72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a:extLst>
              <a:ext uri="{FF2B5EF4-FFF2-40B4-BE49-F238E27FC236}">
                <a16:creationId xmlns:a16="http://schemas.microsoft.com/office/drawing/2014/main" id="{2F77593E-6D43-E04C-8E2A-13F83C8C0C1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7575">
              <a:defRPr sz="2400" b="1">
                <a:solidFill>
                  <a:schemeClr val="tx1"/>
                </a:solidFill>
                <a:latin typeface="Arial" panose="020B0604020202020204" pitchFamily="34" charset="0"/>
                <a:ea typeface="ＭＳ Ｐゴシック" panose="020B0600070205080204" pitchFamily="34" charset="-128"/>
              </a:defRPr>
            </a:lvl1pPr>
            <a:lvl2pPr marL="742950" indent="-285750" defTabSz="917575">
              <a:defRPr sz="2400" b="1">
                <a:solidFill>
                  <a:schemeClr val="tx1"/>
                </a:solidFill>
                <a:latin typeface="Arial" panose="020B0604020202020204" pitchFamily="34" charset="0"/>
                <a:ea typeface="ＭＳ Ｐゴシック" panose="020B0600070205080204" pitchFamily="34" charset="-128"/>
              </a:defRPr>
            </a:lvl2pPr>
            <a:lvl3pPr marL="1143000" indent="-228600" defTabSz="917575">
              <a:defRPr sz="2400" b="1">
                <a:solidFill>
                  <a:schemeClr val="tx1"/>
                </a:solidFill>
                <a:latin typeface="Arial" panose="020B0604020202020204" pitchFamily="34" charset="0"/>
                <a:ea typeface="ＭＳ Ｐゴシック" panose="020B0600070205080204" pitchFamily="34" charset="-128"/>
              </a:defRPr>
            </a:lvl3pPr>
            <a:lvl4pPr marL="1600200" indent="-228600" defTabSz="917575">
              <a:defRPr sz="2400" b="1">
                <a:solidFill>
                  <a:schemeClr val="tx1"/>
                </a:solidFill>
                <a:latin typeface="Arial" panose="020B0604020202020204" pitchFamily="34" charset="0"/>
                <a:ea typeface="ＭＳ Ｐゴシック" panose="020B0600070205080204" pitchFamily="34" charset="-128"/>
              </a:defRPr>
            </a:lvl4pPr>
            <a:lvl5pPr marL="2057400" indent="-228600" defTabSz="917575">
              <a:defRPr sz="2400" b="1">
                <a:solidFill>
                  <a:schemeClr val="tx1"/>
                </a:solidFill>
                <a:latin typeface="Arial" panose="020B0604020202020204" pitchFamily="34" charset="0"/>
                <a:ea typeface="ＭＳ Ｐゴシック" panose="020B0600070205080204" pitchFamily="34" charset="-128"/>
              </a:defRPr>
            </a:lvl5pPr>
            <a:lvl6pPr marL="25146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22E94154-3FAB-5B48-94BB-3CD946D19756}" type="slidenum">
              <a:rPr lang="en-US" altLang="en-US" sz="1200" b="0"/>
              <a:pPr/>
              <a:t>21</a:t>
            </a:fld>
            <a:endParaRPr lang="en-US" altLang="en-US" sz="1200" b="0"/>
          </a:p>
        </p:txBody>
      </p:sp>
      <p:sp>
        <p:nvSpPr>
          <p:cNvPr id="54274" name="Rectangle 2">
            <a:extLst>
              <a:ext uri="{FF2B5EF4-FFF2-40B4-BE49-F238E27FC236}">
                <a16:creationId xmlns:a16="http://schemas.microsoft.com/office/drawing/2014/main" id="{B240F65D-9BF1-2D40-9131-A4066514369B}"/>
              </a:ext>
            </a:extLst>
          </p:cNvPr>
          <p:cNvSpPr>
            <a:spLocks noGrp="1" noRot="1" noChangeAspect="1" noChangeArrowheads="1" noTextEdit="1"/>
          </p:cNvSpPr>
          <p:nvPr>
            <p:ph type="sldImg"/>
          </p:nvPr>
        </p:nvSpPr>
        <p:spPr>
          <a:xfrm>
            <a:off x="2312988" y="514350"/>
            <a:ext cx="4572000" cy="2571750"/>
          </a:xfrm>
          <a:ln/>
        </p:spPr>
      </p:sp>
      <p:sp>
        <p:nvSpPr>
          <p:cNvPr id="54275" name="Rectangle 3">
            <a:extLst>
              <a:ext uri="{FF2B5EF4-FFF2-40B4-BE49-F238E27FC236}">
                <a16:creationId xmlns:a16="http://schemas.microsoft.com/office/drawing/2014/main" id="{01F2E380-30A6-3C4C-9494-F1CEBE9FFBD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hlinkClick r:id="rId3" tooltip="Apollo PGNCS"/>
              </a:rPr>
              <a:t>PGNCS</a:t>
            </a:r>
            <a:r>
              <a:rPr lang="en-US" altLang="en-US">
                <a:latin typeface="Arial" panose="020B0604020202020204" pitchFamily="34" charset="0"/>
                <a:ea typeface="ＭＳ Ｐゴシック" panose="020B0600070205080204" pitchFamily="34" charset="-128"/>
              </a:rPr>
              <a:t> generated unanticipated warnings during </a:t>
            </a:r>
            <a:r>
              <a:rPr lang="en-US" altLang="en-US">
                <a:latin typeface="Arial" panose="020B0604020202020204" pitchFamily="34" charset="0"/>
                <a:ea typeface="ＭＳ Ｐゴシック" panose="020B0600070205080204" pitchFamily="34" charset="-128"/>
                <a:hlinkClick r:id="rId4" tooltip="Apollo 11"/>
              </a:rPr>
              <a:t>Apollo 11's lunar descent</a:t>
            </a:r>
            <a:r>
              <a:rPr lang="en-US" altLang="en-US">
                <a:latin typeface="Arial" panose="020B0604020202020204" pitchFamily="34" charset="0"/>
                <a:ea typeface="ＭＳ Ｐゴシック" panose="020B0600070205080204" pitchFamily="34" charset="-128"/>
              </a:rPr>
              <a:t>, with the AGC showing a </a:t>
            </a:r>
            <a:r>
              <a:rPr lang="en-US" altLang="en-US" i="1">
                <a:latin typeface="Arial" panose="020B0604020202020204" pitchFamily="34" charset="0"/>
                <a:ea typeface="ＭＳ Ｐゴシック" panose="020B0600070205080204" pitchFamily="34" charset="-128"/>
              </a:rPr>
              <a:t>1201 alarm</a:t>
            </a:r>
            <a:r>
              <a:rPr lang="en-US" altLang="en-US">
                <a:latin typeface="Arial" panose="020B0604020202020204" pitchFamily="34" charset="0"/>
                <a:ea typeface="ＭＳ Ｐゴシック" panose="020B0600070205080204" pitchFamily="34" charset="-128"/>
              </a:rPr>
              <a:t> ("Executive overflow - no vacant areas") and a </a:t>
            </a:r>
            <a:r>
              <a:rPr lang="en-US" altLang="en-US" i="1">
                <a:latin typeface="Arial" panose="020B0604020202020204" pitchFamily="34" charset="0"/>
                <a:ea typeface="ＭＳ Ｐゴシック" panose="020B0600070205080204" pitchFamily="34" charset="-128"/>
              </a:rPr>
              <a:t>1202 alarm</a:t>
            </a:r>
            <a:r>
              <a:rPr lang="en-US" altLang="en-US">
                <a:latin typeface="Arial" panose="020B0604020202020204" pitchFamily="34" charset="0"/>
                <a:ea typeface="ＭＳ Ｐゴシック" panose="020B0600070205080204" pitchFamily="34" charset="-128"/>
              </a:rPr>
              <a:t> ("Executive overflow - no core sets").</a:t>
            </a:r>
            <a:r>
              <a:rPr lang="en-US" altLang="en-US" baseline="30000">
                <a:latin typeface="Arial" panose="020B0604020202020204" pitchFamily="34" charset="0"/>
                <a:ea typeface="ＭＳ Ｐゴシック" panose="020B0600070205080204" pitchFamily="34" charset="-128"/>
                <a:hlinkClick r:id="rId5"/>
              </a:rPr>
              <a:t>[9]</a:t>
            </a:r>
            <a:r>
              <a:rPr lang="en-US" altLang="en-US">
                <a:latin typeface="Arial" panose="020B0604020202020204" pitchFamily="34" charset="0"/>
                <a:ea typeface="ＭＳ Ｐゴシック" panose="020B0600070205080204" pitchFamily="34" charset="-128"/>
              </a:rPr>
              <a:t> The cause was a rapid, steady stream of spurious </a:t>
            </a:r>
            <a:r>
              <a:rPr lang="en-US" altLang="en-US">
                <a:latin typeface="Arial" panose="020B0604020202020204" pitchFamily="34" charset="0"/>
                <a:ea typeface="ＭＳ Ｐゴシック" panose="020B0600070205080204" pitchFamily="34" charset="-128"/>
                <a:hlinkClick r:id="rId6" tooltip="Cycle stealing"/>
              </a:rPr>
              <a:t>cycle steals</a:t>
            </a:r>
            <a:r>
              <a:rPr lang="en-US" altLang="en-US">
                <a:latin typeface="Arial" panose="020B0604020202020204" pitchFamily="34" charset="0"/>
                <a:ea typeface="ＭＳ Ｐゴシック" panose="020B0600070205080204" pitchFamily="34" charset="-128"/>
              </a:rPr>
              <a:t> from the rendezvous radar, intentionally left on standby during the descent in case it was needed for an abort.</a:t>
            </a:r>
            <a:r>
              <a:rPr lang="en-US" altLang="en-US" baseline="30000">
                <a:latin typeface="Arial" panose="020B0604020202020204" pitchFamily="34" charset="0"/>
                <a:ea typeface="ＭＳ Ｐゴシック" panose="020B0600070205080204" pitchFamily="34" charset="-128"/>
                <a:hlinkClick r:id="rId7"/>
              </a:rPr>
              <a:t>[10]</a:t>
            </a:r>
            <a:r>
              <a:rPr lang="en-US" altLang="en-US" baseline="30000">
                <a:latin typeface="Arial" panose="020B0604020202020204" pitchFamily="34" charset="0"/>
                <a:ea typeface="ＭＳ Ｐゴシック" panose="020B0600070205080204" pitchFamily="34" charset="-128"/>
                <a:hlinkClick r:id="rId8"/>
              </a:rPr>
              <a:t>[11]</a:t>
            </a:r>
            <a:endParaRPr lang="en-US" altLang="en-US">
              <a:latin typeface="Arial" panose="020B0604020202020204" pitchFamily="34" charset="0"/>
              <a:ea typeface="ＭＳ Ｐゴシック" panose="020B0600070205080204" pitchFamily="34" charset="-128"/>
            </a:endParaRPr>
          </a:p>
          <a:p>
            <a:r>
              <a:rPr lang="en-US" altLang="en-US">
                <a:latin typeface="Arial" panose="020B0604020202020204" pitchFamily="34" charset="0"/>
                <a:ea typeface="ＭＳ Ｐゴシック" panose="020B0600070205080204" pitchFamily="34" charset="-128"/>
              </a:rPr>
              <a:t>During this part of the approach, the processor would normally be almost 85% loaded. The extra 6,400 cycle steals per second added the equivalent of 13% load, leaving just enough time for all scheduled tasks to run to completion. Five minutes into the descent, Buzz Aldrin gave the computer the command 1668 which instructed it to calculate and display DELTAH (the difference between altitude sensed by the radar and the computed altitude). This added an additional 10% to the processor workload, causing executive overflow and a 1202 alarm. After being given the "GO" from Houston, Aldrin entered 1668 again and another 1202 alarm occurred. When reporting the second alarm, Aldrin added the comment "It appears to come up when we have a 1668 up". Luckily for </a:t>
            </a:r>
            <a:r>
              <a:rPr lang="en-US" altLang="en-US">
                <a:latin typeface="Arial" panose="020B0604020202020204" pitchFamily="34" charset="0"/>
                <a:ea typeface="ＭＳ Ｐゴシック" panose="020B0600070205080204" pitchFamily="34" charset="-128"/>
                <a:hlinkClick r:id="rId9" tooltip="Apollo 11"/>
              </a:rPr>
              <a:t>Apollo 11</a:t>
            </a:r>
            <a:r>
              <a:rPr lang="en-US" altLang="en-US">
                <a:latin typeface="Arial" panose="020B0604020202020204" pitchFamily="34" charset="0"/>
                <a:ea typeface="ＭＳ Ｐゴシック" panose="020B0600070205080204" pitchFamily="34" charset="-128"/>
              </a:rPr>
              <a:t>, the AGC software had been designed with priority scheduling. Just as it had been designed to do, the software automatically recovered, deleting lower priority tasks including the 1668 display task, to complete its critical guidance and control tasks. Guidance controller </a:t>
            </a:r>
            <a:r>
              <a:rPr lang="en-US" altLang="en-US">
                <a:latin typeface="Arial" panose="020B0604020202020204" pitchFamily="34" charset="0"/>
                <a:ea typeface="ＭＳ Ｐゴシック" panose="020B0600070205080204" pitchFamily="34" charset="-128"/>
                <a:hlinkClick r:id="rId10" tooltip="Steve Bales"/>
              </a:rPr>
              <a:t>Steve Bales</a:t>
            </a:r>
            <a:r>
              <a:rPr lang="en-US" altLang="en-US">
                <a:latin typeface="Arial" panose="020B0604020202020204" pitchFamily="34" charset="0"/>
                <a:ea typeface="ＭＳ Ｐゴシック" panose="020B0600070205080204" pitchFamily="34" charset="-128"/>
              </a:rPr>
              <a:t> and his support team that included </a:t>
            </a:r>
            <a:r>
              <a:rPr lang="en-US" altLang="en-US">
                <a:latin typeface="Arial" panose="020B0604020202020204" pitchFamily="34" charset="0"/>
                <a:ea typeface="ＭＳ Ｐゴシック" panose="020B0600070205080204" pitchFamily="34" charset="-128"/>
                <a:hlinkClick r:id="rId11" tooltip="Jack Garman"/>
              </a:rPr>
              <a:t>Jack Garman</a:t>
            </a:r>
            <a:r>
              <a:rPr lang="en-US" altLang="en-US">
                <a:latin typeface="Arial" panose="020B0604020202020204" pitchFamily="34" charset="0"/>
                <a:ea typeface="ＭＳ Ｐゴシック" panose="020B0600070205080204" pitchFamily="34" charset="-128"/>
              </a:rPr>
              <a:t> issued several "GO" calls and the landing was successful. For his role, Bales received the US </a:t>
            </a:r>
            <a:r>
              <a:rPr lang="en-US" altLang="en-US">
                <a:latin typeface="Arial" panose="020B0604020202020204" pitchFamily="34" charset="0"/>
                <a:ea typeface="ＭＳ Ｐゴシック" panose="020B0600070205080204" pitchFamily="34" charset="-128"/>
                <a:hlinkClick r:id="rId12" tooltip="Presidential Medal of Freedom"/>
              </a:rPr>
              <a:t>Presidential Medal of Freedom</a:t>
            </a:r>
            <a:r>
              <a:rPr lang="en-US" altLang="en-US">
                <a:latin typeface="Arial" panose="020B0604020202020204" pitchFamily="34" charset="0"/>
                <a:ea typeface="ＭＳ Ｐゴシック" panose="020B0600070205080204" pitchFamily="34" charset="-128"/>
              </a:rPr>
              <a:t> on behalf of the entire control center team and the three Apollo astronauts.</a:t>
            </a:r>
            <a:r>
              <a:rPr lang="en-US" altLang="en-US" baseline="30000">
                <a:latin typeface="Arial" panose="020B0604020202020204" pitchFamily="34" charset="0"/>
                <a:ea typeface="ＭＳ Ｐゴシック" panose="020B0600070205080204" pitchFamily="34" charset="-128"/>
                <a:hlinkClick r:id="rId13"/>
              </a:rPr>
              <a:t>[12]</a:t>
            </a:r>
            <a:endParaRPr lang="en-US" altLang="en-US">
              <a:latin typeface="Arial" panose="020B0604020202020204" pitchFamily="34" charset="0"/>
              <a:ea typeface="ＭＳ Ｐゴシック" panose="020B0600070205080204" pitchFamily="34" charset="-128"/>
            </a:endParaRPr>
          </a:p>
          <a:p>
            <a:r>
              <a:rPr lang="en-US" altLang="en-US">
                <a:latin typeface="Arial" panose="020B0604020202020204" pitchFamily="34" charset="0"/>
                <a:ea typeface="ＭＳ Ｐゴシック" panose="020B0600070205080204" pitchFamily="34" charset="-128"/>
              </a:rPr>
              <a:t>The problem was </a:t>
            </a:r>
            <a:r>
              <a:rPr lang="en-US" altLang="en-US" b="1">
                <a:latin typeface="Arial" panose="020B0604020202020204" pitchFamily="34" charset="0"/>
                <a:ea typeface="ＭＳ Ｐゴシック" panose="020B0600070205080204" pitchFamily="34" charset="-128"/>
              </a:rPr>
              <a:t>not</a:t>
            </a:r>
            <a:r>
              <a:rPr lang="en-US" altLang="en-US">
                <a:latin typeface="Arial" panose="020B0604020202020204" pitchFamily="34" charset="0"/>
                <a:ea typeface="ＭＳ Ｐゴシック" panose="020B0600070205080204" pitchFamily="34" charset="-128"/>
              </a:rPr>
              <a:t> a programming error in the AGC, nor was it pilot error. It was a peripheral hardware design bug that was already known and documented by Apollo 5 engineers.</a:t>
            </a:r>
            <a:r>
              <a:rPr lang="en-US" altLang="en-US" baseline="30000">
                <a:latin typeface="Arial" panose="020B0604020202020204" pitchFamily="34" charset="0"/>
                <a:ea typeface="ＭＳ Ｐゴシック" panose="020B0600070205080204" pitchFamily="34" charset="-128"/>
                <a:hlinkClick r:id="rId14"/>
              </a:rPr>
              <a:t>[13]</a:t>
            </a:r>
            <a:r>
              <a:rPr lang="en-US" altLang="en-US">
                <a:latin typeface="Arial" panose="020B0604020202020204" pitchFamily="34" charset="0"/>
                <a:ea typeface="ＭＳ Ｐゴシック" panose="020B0600070205080204" pitchFamily="34" charset="-128"/>
              </a:rPr>
              <a:t>However, because the problem had only occurred once during testing, they concluded that it was safer to fly with the existing hardware that they had already tested, than to fly with a newer but largely untested radar system. In the actual hardware, the position of the rendezvous radar was encoded with </a:t>
            </a:r>
            <a:r>
              <a:rPr lang="en-US" altLang="en-US">
                <a:latin typeface="Arial" panose="020B0604020202020204" pitchFamily="34" charset="0"/>
                <a:ea typeface="ＭＳ Ｐゴシック" panose="020B0600070205080204" pitchFamily="34" charset="-128"/>
                <a:hlinkClick r:id="rId15" tooltip="Synchro"/>
              </a:rPr>
              <a:t>synchros</a:t>
            </a:r>
            <a:r>
              <a:rPr lang="en-US" altLang="en-US">
                <a:latin typeface="Arial" panose="020B0604020202020204" pitchFamily="34" charset="0"/>
                <a:ea typeface="ＭＳ Ｐゴシック" panose="020B0600070205080204" pitchFamily="34" charset="-128"/>
              </a:rPr>
              <a:t> excited by a different source of 800 Hz AC than the one used by the computer as a timing reference. The two 800 Hz sources were frequency locked but not phase locked, and the small random phase variations made it appear as though the antenna was rapidly "dithering" in position, even though it was completely stationary. These phantom movements generated the rapid series of cycle steals.</a:t>
            </a:r>
          </a:p>
          <a:p>
            <a:r>
              <a:rPr lang="en-US" altLang="en-US">
                <a:latin typeface="Arial" panose="020B0604020202020204" pitchFamily="34" charset="0"/>
                <a:ea typeface="ＭＳ Ｐゴシック" panose="020B0600070205080204" pitchFamily="34" charset="-128"/>
              </a:rPr>
              <a:t> </a:t>
            </a:r>
          </a:p>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Slide Image Placeholder 1">
            <a:extLst>
              <a:ext uri="{FF2B5EF4-FFF2-40B4-BE49-F238E27FC236}">
                <a16:creationId xmlns:a16="http://schemas.microsoft.com/office/drawing/2014/main" id="{670E8DD1-6C65-4C4A-BE20-69E21CC36294}"/>
              </a:ext>
            </a:extLst>
          </p:cNvPr>
          <p:cNvSpPr>
            <a:spLocks noGrp="1" noRot="1" noChangeAspect="1" noTextEdit="1"/>
          </p:cNvSpPr>
          <p:nvPr>
            <p:ph type="sldImg"/>
          </p:nvPr>
        </p:nvSpPr>
        <p:spPr>
          <a:xfrm>
            <a:off x="2312988" y="514350"/>
            <a:ext cx="4572000" cy="2571750"/>
          </a:xfrm>
          <a:ln/>
        </p:spPr>
      </p:sp>
      <p:sp>
        <p:nvSpPr>
          <p:cNvPr id="63490" name="Notes Placeholder 2">
            <a:extLst>
              <a:ext uri="{FF2B5EF4-FFF2-40B4-BE49-F238E27FC236}">
                <a16:creationId xmlns:a16="http://schemas.microsoft.com/office/drawing/2014/main" id="{C674F613-522D-F24F-B35E-D6E8A80EB1B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a typeface="ＭＳ Ｐゴシック" panose="020B0600070205080204" pitchFamily="34" charset="-128"/>
            </a:endParaRPr>
          </a:p>
        </p:txBody>
      </p:sp>
      <p:sp>
        <p:nvSpPr>
          <p:cNvPr id="63491" name="Slide Number Placeholder 3">
            <a:extLst>
              <a:ext uri="{FF2B5EF4-FFF2-40B4-BE49-F238E27FC236}">
                <a16:creationId xmlns:a16="http://schemas.microsoft.com/office/drawing/2014/main" id="{F0B3A7CD-B909-7548-967C-91D75CB2E1B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7575">
              <a:defRPr sz="2400" b="1">
                <a:solidFill>
                  <a:schemeClr val="tx1"/>
                </a:solidFill>
                <a:latin typeface="Arial" panose="020B0604020202020204" pitchFamily="34" charset="0"/>
                <a:ea typeface="ＭＳ Ｐゴシック" panose="020B0600070205080204" pitchFamily="34" charset="-128"/>
              </a:defRPr>
            </a:lvl1pPr>
            <a:lvl2pPr marL="742950" indent="-285750" defTabSz="917575">
              <a:defRPr sz="2400" b="1">
                <a:solidFill>
                  <a:schemeClr val="tx1"/>
                </a:solidFill>
                <a:latin typeface="Arial" panose="020B0604020202020204" pitchFamily="34" charset="0"/>
                <a:ea typeface="ＭＳ Ｐゴシック" panose="020B0600070205080204" pitchFamily="34" charset="-128"/>
              </a:defRPr>
            </a:lvl2pPr>
            <a:lvl3pPr marL="1143000" indent="-228600" defTabSz="917575">
              <a:defRPr sz="2400" b="1">
                <a:solidFill>
                  <a:schemeClr val="tx1"/>
                </a:solidFill>
                <a:latin typeface="Arial" panose="020B0604020202020204" pitchFamily="34" charset="0"/>
                <a:ea typeface="ＭＳ Ｐゴシック" panose="020B0600070205080204" pitchFamily="34" charset="-128"/>
              </a:defRPr>
            </a:lvl3pPr>
            <a:lvl4pPr marL="1600200" indent="-228600" defTabSz="917575">
              <a:defRPr sz="2400" b="1">
                <a:solidFill>
                  <a:schemeClr val="tx1"/>
                </a:solidFill>
                <a:latin typeface="Arial" panose="020B0604020202020204" pitchFamily="34" charset="0"/>
                <a:ea typeface="ＭＳ Ｐゴシック" panose="020B0600070205080204" pitchFamily="34" charset="-128"/>
              </a:defRPr>
            </a:lvl4pPr>
            <a:lvl5pPr marL="2057400" indent="-228600" defTabSz="917575">
              <a:defRPr sz="2400" b="1">
                <a:solidFill>
                  <a:schemeClr val="tx1"/>
                </a:solidFill>
                <a:latin typeface="Arial" panose="020B0604020202020204" pitchFamily="34" charset="0"/>
                <a:ea typeface="ＭＳ Ｐゴシック" panose="020B0600070205080204" pitchFamily="34" charset="-128"/>
              </a:defRPr>
            </a:lvl5pPr>
            <a:lvl6pPr marL="25146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1C024CFB-DEA7-8E42-A4F5-428299577712}" type="slidenum">
              <a:rPr lang="en-US" altLang="en-US" sz="1200" b="0"/>
              <a:pPr/>
              <a:t>23</a:t>
            </a:fld>
            <a:endParaRPr lang="en-US" altLang="en-US" sz="1200" b="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a:extLst>
              <a:ext uri="{FF2B5EF4-FFF2-40B4-BE49-F238E27FC236}">
                <a16:creationId xmlns:a16="http://schemas.microsoft.com/office/drawing/2014/main" id="{F0201833-0847-9E4D-9ACA-50D749F66F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7575">
              <a:defRPr sz="2400" b="1">
                <a:solidFill>
                  <a:schemeClr val="tx1"/>
                </a:solidFill>
                <a:latin typeface="Arial" panose="020B0604020202020204" pitchFamily="34" charset="0"/>
                <a:ea typeface="ＭＳ Ｐゴシック" panose="020B0600070205080204" pitchFamily="34" charset="-128"/>
              </a:defRPr>
            </a:lvl1pPr>
            <a:lvl2pPr marL="742950" indent="-285750" defTabSz="917575">
              <a:defRPr sz="2400" b="1">
                <a:solidFill>
                  <a:schemeClr val="tx1"/>
                </a:solidFill>
                <a:latin typeface="Arial" panose="020B0604020202020204" pitchFamily="34" charset="0"/>
                <a:ea typeface="ＭＳ Ｐゴシック" panose="020B0600070205080204" pitchFamily="34" charset="-128"/>
              </a:defRPr>
            </a:lvl2pPr>
            <a:lvl3pPr marL="1143000" indent="-228600" defTabSz="917575">
              <a:defRPr sz="2400" b="1">
                <a:solidFill>
                  <a:schemeClr val="tx1"/>
                </a:solidFill>
                <a:latin typeface="Arial" panose="020B0604020202020204" pitchFamily="34" charset="0"/>
                <a:ea typeface="ＭＳ Ｐゴシック" panose="020B0600070205080204" pitchFamily="34" charset="-128"/>
              </a:defRPr>
            </a:lvl3pPr>
            <a:lvl4pPr marL="1600200" indent="-228600" defTabSz="917575">
              <a:defRPr sz="2400" b="1">
                <a:solidFill>
                  <a:schemeClr val="tx1"/>
                </a:solidFill>
                <a:latin typeface="Arial" panose="020B0604020202020204" pitchFamily="34" charset="0"/>
                <a:ea typeface="ＭＳ Ｐゴシック" panose="020B0600070205080204" pitchFamily="34" charset="-128"/>
              </a:defRPr>
            </a:lvl4pPr>
            <a:lvl5pPr marL="2057400" indent="-228600" defTabSz="917575">
              <a:defRPr sz="2400" b="1">
                <a:solidFill>
                  <a:schemeClr val="tx1"/>
                </a:solidFill>
                <a:latin typeface="Arial" panose="020B0604020202020204" pitchFamily="34" charset="0"/>
                <a:ea typeface="ＭＳ Ｐゴシック" panose="020B0600070205080204" pitchFamily="34" charset="-128"/>
              </a:defRPr>
            </a:lvl5pPr>
            <a:lvl6pPr marL="25146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56A6BE17-8A5B-A740-8F30-1F0414216083}" type="slidenum">
              <a:rPr lang="en-US" altLang="en-US" sz="1200" b="0"/>
              <a:pPr/>
              <a:t>25</a:t>
            </a:fld>
            <a:endParaRPr lang="en-US" altLang="en-US" sz="1200" b="0"/>
          </a:p>
        </p:txBody>
      </p:sp>
      <p:sp>
        <p:nvSpPr>
          <p:cNvPr id="68610" name="Rectangle 2">
            <a:extLst>
              <a:ext uri="{FF2B5EF4-FFF2-40B4-BE49-F238E27FC236}">
                <a16:creationId xmlns:a16="http://schemas.microsoft.com/office/drawing/2014/main" id="{022F5B94-59A7-C644-98EA-7E00EDDB3735}"/>
              </a:ext>
            </a:extLst>
          </p:cNvPr>
          <p:cNvSpPr>
            <a:spLocks noGrp="1" noRot="1" noChangeAspect="1" noChangeArrowheads="1" noTextEdit="1"/>
          </p:cNvSpPr>
          <p:nvPr>
            <p:ph type="sldImg"/>
          </p:nvPr>
        </p:nvSpPr>
        <p:spPr>
          <a:xfrm>
            <a:off x="2312988" y="514350"/>
            <a:ext cx="4572000" cy="2571750"/>
          </a:xfrm>
          <a:ln/>
        </p:spPr>
      </p:sp>
      <p:sp>
        <p:nvSpPr>
          <p:cNvPr id="68611" name="Rectangle 3">
            <a:extLst>
              <a:ext uri="{FF2B5EF4-FFF2-40B4-BE49-F238E27FC236}">
                <a16:creationId xmlns:a16="http://schemas.microsoft.com/office/drawing/2014/main" id="{F17AF0E2-6A91-C34D-AACA-DA86FD5702F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ea typeface="ＭＳ Ｐゴシック" panose="020B0600070205080204" pitchFamily="34" charset="-128"/>
              </a:rPr>
              <a:t>YouTube JFK Tape</a:t>
            </a:r>
          </a:p>
          <a:p>
            <a:pPr eaLnBrk="1" hangingPunct="1"/>
            <a:r>
              <a:rPr lang="en-US" altLang="en-US">
                <a:latin typeface="Times New Roman" panose="02020603050405020304" pitchFamily="18" charset="0"/>
                <a:ea typeface="ＭＳ Ｐゴシック" panose="020B0600070205080204" pitchFamily="34" charset="-128"/>
              </a:rPr>
              <a:t>http://www.youtube.com/watch?v=ocywOcHYEkk&amp;feature=related</a:t>
            </a:r>
          </a:p>
          <a:p>
            <a:pPr eaLnBrk="1" hangingPunct="1"/>
            <a:endParaRPr lang="en-US" altLang="en-US">
              <a:latin typeface="Times New Roman" panose="02020603050405020304" pitchFamily="18" charset="0"/>
              <a:ea typeface="ＭＳ Ｐゴシック" panose="020B0600070205080204" pitchFamily="34" charset="-128"/>
            </a:endParaRPr>
          </a:p>
          <a:p>
            <a:pPr eaLnBrk="1" hangingPunct="1"/>
            <a:r>
              <a:rPr lang="en-US" altLang="en-US">
                <a:latin typeface="Times New Roman" panose="02020603050405020304" pitchFamily="18" charset="0"/>
                <a:ea typeface="ＭＳ Ｐゴシック" panose="020B0600070205080204" pitchFamily="34" charset="-128"/>
              </a:rPr>
              <a:t>More tapes</a:t>
            </a:r>
          </a:p>
          <a:p>
            <a:pPr eaLnBrk="1" hangingPunct="1"/>
            <a:r>
              <a:rPr lang="en-US" altLang="en-US">
                <a:latin typeface="Times New Roman" panose="02020603050405020304" pitchFamily="18" charset="0"/>
                <a:ea typeface="ＭＳ Ｐゴシック" panose="020B0600070205080204" pitchFamily="34" charset="-128"/>
              </a:rPr>
              <a:t>http://www.collectspace.com/ubb/Forum29/HTML/001253.html</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Slide Image Placeholder 1">
            <a:extLst>
              <a:ext uri="{FF2B5EF4-FFF2-40B4-BE49-F238E27FC236}">
                <a16:creationId xmlns:a16="http://schemas.microsoft.com/office/drawing/2014/main" id="{C739E847-DE96-EE41-9EA0-32E12C3311B9}"/>
              </a:ext>
            </a:extLst>
          </p:cNvPr>
          <p:cNvSpPr>
            <a:spLocks noGrp="1" noRot="1" noChangeAspect="1" noTextEdit="1"/>
          </p:cNvSpPr>
          <p:nvPr>
            <p:ph type="sldImg"/>
          </p:nvPr>
        </p:nvSpPr>
        <p:spPr>
          <a:xfrm>
            <a:off x="2312988" y="514350"/>
            <a:ext cx="4572000" cy="2571750"/>
          </a:xfrm>
          <a:ln/>
        </p:spPr>
      </p:sp>
      <p:sp>
        <p:nvSpPr>
          <p:cNvPr id="100354" name="Notes Placeholder 2">
            <a:extLst>
              <a:ext uri="{FF2B5EF4-FFF2-40B4-BE49-F238E27FC236}">
                <a16:creationId xmlns:a16="http://schemas.microsoft.com/office/drawing/2014/main" id="{2D171B62-CBCF-7C4E-AA3F-B7508515A6A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
        <p:nvSpPr>
          <p:cNvPr id="100355" name="Slide Number Placeholder 3">
            <a:extLst>
              <a:ext uri="{FF2B5EF4-FFF2-40B4-BE49-F238E27FC236}">
                <a16:creationId xmlns:a16="http://schemas.microsoft.com/office/drawing/2014/main" id="{D3C8371B-7381-2945-8057-ED4E2231902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7575">
              <a:defRPr sz="2400" b="1">
                <a:solidFill>
                  <a:schemeClr val="tx1"/>
                </a:solidFill>
                <a:latin typeface="Arial" panose="020B0604020202020204" pitchFamily="34" charset="0"/>
                <a:ea typeface="ＭＳ Ｐゴシック" panose="020B0600070205080204" pitchFamily="34" charset="-128"/>
              </a:defRPr>
            </a:lvl1pPr>
            <a:lvl2pPr marL="742950" indent="-285750" defTabSz="917575">
              <a:defRPr sz="2400" b="1">
                <a:solidFill>
                  <a:schemeClr val="tx1"/>
                </a:solidFill>
                <a:latin typeface="Arial" panose="020B0604020202020204" pitchFamily="34" charset="0"/>
                <a:ea typeface="ＭＳ Ｐゴシック" panose="020B0600070205080204" pitchFamily="34" charset="-128"/>
              </a:defRPr>
            </a:lvl2pPr>
            <a:lvl3pPr marL="1143000" indent="-228600" defTabSz="917575">
              <a:defRPr sz="2400" b="1">
                <a:solidFill>
                  <a:schemeClr val="tx1"/>
                </a:solidFill>
                <a:latin typeface="Arial" panose="020B0604020202020204" pitchFamily="34" charset="0"/>
                <a:ea typeface="ＭＳ Ｐゴシック" panose="020B0600070205080204" pitchFamily="34" charset="-128"/>
              </a:defRPr>
            </a:lvl3pPr>
            <a:lvl4pPr marL="1600200" indent="-228600" defTabSz="917575">
              <a:defRPr sz="2400" b="1">
                <a:solidFill>
                  <a:schemeClr val="tx1"/>
                </a:solidFill>
                <a:latin typeface="Arial" panose="020B0604020202020204" pitchFamily="34" charset="0"/>
                <a:ea typeface="ＭＳ Ｐゴシック" panose="020B0600070205080204" pitchFamily="34" charset="-128"/>
              </a:defRPr>
            </a:lvl4pPr>
            <a:lvl5pPr marL="2057400" indent="-228600" defTabSz="917575">
              <a:defRPr sz="2400" b="1">
                <a:solidFill>
                  <a:schemeClr val="tx1"/>
                </a:solidFill>
                <a:latin typeface="Arial" panose="020B0604020202020204" pitchFamily="34" charset="0"/>
                <a:ea typeface="ＭＳ Ｐゴシック" panose="020B0600070205080204" pitchFamily="34" charset="-128"/>
              </a:defRPr>
            </a:lvl5pPr>
            <a:lvl6pPr marL="25146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B7658578-F4B3-D640-9637-079EC1476515}" type="slidenum">
              <a:rPr lang="en-US" altLang="en-US" sz="1200" b="0"/>
              <a:pPr/>
              <a:t>28</a:t>
            </a:fld>
            <a:endParaRPr lang="en-US" altLang="en-US" sz="1200" b="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Slide Image Placeholder 1">
            <a:extLst>
              <a:ext uri="{FF2B5EF4-FFF2-40B4-BE49-F238E27FC236}">
                <a16:creationId xmlns:a16="http://schemas.microsoft.com/office/drawing/2014/main" id="{3C8B5DDF-05F0-634A-9EFD-6C5DB90B3CBA}"/>
              </a:ext>
            </a:extLst>
          </p:cNvPr>
          <p:cNvSpPr>
            <a:spLocks noGrp="1" noRot="1" noChangeAspect="1" noTextEdit="1"/>
          </p:cNvSpPr>
          <p:nvPr>
            <p:ph type="sldImg"/>
          </p:nvPr>
        </p:nvSpPr>
        <p:spPr>
          <a:xfrm>
            <a:off x="2312988" y="514350"/>
            <a:ext cx="4572000" cy="2571750"/>
          </a:xfrm>
          <a:ln/>
        </p:spPr>
      </p:sp>
      <p:sp>
        <p:nvSpPr>
          <p:cNvPr id="99330" name="Notes Placeholder 2">
            <a:extLst>
              <a:ext uri="{FF2B5EF4-FFF2-40B4-BE49-F238E27FC236}">
                <a16:creationId xmlns:a16="http://schemas.microsoft.com/office/drawing/2014/main" id="{9F7FD89E-C031-D046-B3AF-C95AC45F779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latin typeface="Arial" panose="020B0604020202020204" pitchFamily="34" charset="0"/>
              <a:ea typeface="ＭＳ Ｐゴシック" panose="020B0600070205080204" pitchFamily="34" charset="-128"/>
            </a:endParaRPr>
          </a:p>
        </p:txBody>
      </p:sp>
      <p:sp>
        <p:nvSpPr>
          <p:cNvPr id="99331" name="Slide Number Placeholder 3">
            <a:extLst>
              <a:ext uri="{FF2B5EF4-FFF2-40B4-BE49-F238E27FC236}">
                <a16:creationId xmlns:a16="http://schemas.microsoft.com/office/drawing/2014/main" id="{31A2D798-AEA4-344A-82AD-1FA2BFD9D68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7575">
              <a:defRPr sz="2400" b="1">
                <a:solidFill>
                  <a:schemeClr val="tx1"/>
                </a:solidFill>
                <a:latin typeface="Arial" panose="020B0604020202020204" pitchFamily="34" charset="0"/>
                <a:ea typeface="ＭＳ Ｐゴシック" panose="020B0600070205080204" pitchFamily="34" charset="-128"/>
              </a:defRPr>
            </a:lvl1pPr>
            <a:lvl2pPr marL="742950" indent="-285750" defTabSz="917575">
              <a:defRPr sz="2400" b="1">
                <a:solidFill>
                  <a:schemeClr val="tx1"/>
                </a:solidFill>
                <a:latin typeface="Arial" panose="020B0604020202020204" pitchFamily="34" charset="0"/>
                <a:ea typeface="ＭＳ Ｐゴシック" panose="020B0600070205080204" pitchFamily="34" charset="-128"/>
              </a:defRPr>
            </a:lvl2pPr>
            <a:lvl3pPr marL="1143000" indent="-228600" defTabSz="917575">
              <a:defRPr sz="2400" b="1">
                <a:solidFill>
                  <a:schemeClr val="tx1"/>
                </a:solidFill>
                <a:latin typeface="Arial" panose="020B0604020202020204" pitchFamily="34" charset="0"/>
                <a:ea typeface="ＭＳ Ｐゴシック" panose="020B0600070205080204" pitchFamily="34" charset="-128"/>
              </a:defRPr>
            </a:lvl3pPr>
            <a:lvl4pPr marL="1600200" indent="-228600" defTabSz="917575">
              <a:defRPr sz="2400" b="1">
                <a:solidFill>
                  <a:schemeClr val="tx1"/>
                </a:solidFill>
                <a:latin typeface="Arial" panose="020B0604020202020204" pitchFamily="34" charset="0"/>
                <a:ea typeface="ＭＳ Ｐゴシック" panose="020B0600070205080204" pitchFamily="34" charset="-128"/>
              </a:defRPr>
            </a:lvl4pPr>
            <a:lvl5pPr marL="2057400" indent="-228600" defTabSz="917575">
              <a:defRPr sz="2400" b="1">
                <a:solidFill>
                  <a:schemeClr val="tx1"/>
                </a:solidFill>
                <a:latin typeface="Arial" panose="020B0604020202020204" pitchFamily="34" charset="0"/>
                <a:ea typeface="ＭＳ Ｐゴシック" panose="020B0600070205080204" pitchFamily="34" charset="-128"/>
              </a:defRPr>
            </a:lvl5pPr>
            <a:lvl6pPr marL="25146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E5CB2BC4-14AA-E64A-84FB-85C0782FAB7D}" type="slidenum">
              <a:rPr lang="en-US" altLang="en-US" sz="1200" b="0">
                <a:cs typeface="Arial" panose="020B0604020202020204" pitchFamily="34" charset="0"/>
              </a:rPr>
              <a:pPr/>
              <a:t>29</a:t>
            </a:fld>
            <a:endParaRPr lang="en-US" altLang="en-US" sz="1200" b="0">
              <a:cs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Slide Image Placeholder 1">
            <a:extLst>
              <a:ext uri="{FF2B5EF4-FFF2-40B4-BE49-F238E27FC236}">
                <a16:creationId xmlns:a16="http://schemas.microsoft.com/office/drawing/2014/main" id="{85E54CEF-F800-F74A-8159-A49BCA986859}"/>
              </a:ext>
            </a:extLst>
          </p:cNvPr>
          <p:cNvSpPr>
            <a:spLocks noGrp="1" noRot="1" noChangeAspect="1" noTextEdit="1"/>
          </p:cNvSpPr>
          <p:nvPr>
            <p:ph type="sldImg"/>
          </p:nvPr>
        </p:nvSpPr>
        <p:spPr>
          <a:xfrm>
            <a:off x="2312988" y="514350"/>
            <a:ext cx="4572000" cy="2571750"/>
          </a:xfrm>
          <a:ln/>
        </p:spPr>
      </p:sp>
      <p:sp>
        <p:nvSpPr>
          <p:cNvPr id="101378" name="Notes Placeholder 2">
            <a:extLst>
              <a:ext uri="{FF2B5EF4-FFF2-40B4-BE49-F238E27FC236}">
                <a16:creationId xmlns:a16="http://schemas.microsoft.com/office/drawing/2014/main" id="{7128CE05-F15F-BC49-B89B-8409388BAB7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latin typeface="Arial" panose="020B0604020202020204" pitchFamily="34" charset="0"/>
              <a:ea typeface="ＭＳ Ｐゴシック" panose="020B0600070205080204" pitchFamily="34" charset="-128"/>
            </a:endParaRPr>
          </a:p>
        </p:txBody>
      </p:sp>
      <p:sp>
        <p:nvSpPr>
          <p:cNvPr id="101379" name="Slide Number Placeholder 3">
            <a:extLst>
              <a:ext uri="{FF2B5EF4-FFF2-40B4-BE49-F238E27FC236}">
                <a16:creationId xmlns:a16="http://schemas.microsoft.com/office/drawing/2014/main" id="{1EE88455-5523-C342-A0C8-1F90D6DD1B4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7575">
              <a:defRPr sz="2400" b="1">
                <a:solidFill>
                  <a:schemeClr val="tx1"/>
                </a:solidFill>
                <a:latin typeface="Arial" panose="020B0604020202020204" pitchFamily="34" charset="0"/>
                <a:ea typeface="ＭＳ Ｐゴシック" panose="020B0600070205080204" pitchFamily="34" charset="-128"/>
              </a:defRPr>
            </a:lvl1pPr>
            <a:lvl2pPr marL="742950" indent="-285750" defTabSz="917575">
              <a:defRPr sz="2400" b="1">
                <a:solidFill>
                  <a:schemeClr val="tx1"/>
                </a:solidFill>
                <a:latin typeface="Arial" panose="020B0604020202020204" pitchFamily="34" charset="0"/>
                <a:ea typeface="ＭＳ Ｐゴシック" panose="020B0600070205080204" pitchFamily="34" charset="-128"/>
              </a:defRPr>
            </a:lvl2pPr>
            <a:lvl3pPr marL="1143000" indent="-228600" defTabSz="917575">
              <a:defRPr sz="2400" b="1">
                <a:solidFill>
                  <a:schemeClr val="tx1"/>
                </a:solidFill>
                <a:latin typeface="Arial" panose="020B0604020202020204" pitchFamily="34" charset="0"/>
                <a:ea typeface="ＭＳ Ｐゴシック" panose="020B0600070205080204" pitchFamily="34" charset="-128"/>
              </a:defRPr>
            </a:lvl3pPr>
            <a:lvl4pPr marL="1600200" indent="-228600" defTabSz="917575">
              <a:defRPr sz="2400" b="1">
                <a:solidFill>
                  <a:schemeClr val="tx1"/>
                </a:solidFill>
                <a:latin typeface="Arial" panose="020B0604020202020204" pitchFamily="34" charset="0"/>
                <a:ea typeface="ＭＳ Ｐゴシック" panose="020B0600070205080204" pitchFamily="34" charset="-128"/>
              </a:defRPr>
            </a:lvl4pPr>
            <a:lvl5pPr marL="2057400" indent="-228600" defTabSz="917575">
              <a:defRPr sz="2400" b="1">
                <a:solidFill>
                  <a:schemeClr val="tx1"/>
                </a:solidFill>
                <a:latin typeface="Arial" panose="020B0604020202020204" pitchFamily="34" charset="0"/>
                <a:ea typeface="ＭＳ Ｐゴシック" panose="020B0600070205080204" pitchFamily="34" charset="-128"/>
              </a:defRPr>
            </a:lvl5pPr>
            <a:lvl6pPr marL="25146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C75A5189-2213-FC43-A321-5AD8B96FF4E5}" type="slidenum">
              <a:rPr lang="en-US" altLang="en-US" sz="1200" b="0">
                <a:cs typeface="Arial" panose="020B0604020202020204" pitchFamily="34" charset="0"/>
              </a:rPr>
              <a:pPr/>
              <a:t>30</a:t>
            </a:fld>
            <a:endParaRPr lang="en-US" altLang="en-US" sz="1200" b="0">
              <a:cs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Slide Image Placeholder 1">
            <a:extLst>
              <a:ext uri="{FF2B5EF4-FFF2-40B4-BE49-F238E27FC236}">
                <a16:creationId xmlns:a16="http://schemas.microsoft.com/office/drawing/2014/main" id="{B0BD2BA9-C9F3-684F-9AB5-DDC43CA71F05}"/>
              </a:ext>
            </a:extLst>
          </p:cNvPr>
          <p:cNvSpPr>
            <a:spLocks noGrp="1" noRot="1" noChangeAspect="1" noTextEdit="1"/>
          </p:cNvSpPr>
          <p:nvPr>
            <p:ph type="sldImg"/>
          </p:nvPr>
        </p:nvSpPr>
        <p:spPr>
          <a:xfrm>
            <a:off x="2312988" y="514350"/>
            <a:ext cx="4572000" cy="2571750"/>
          </a:xfrm>
          <a:ln/>
        </p:spPr>
      </p:sp>
      <p:sp>
        <p:nvSpPr>
          <p:cNvPr id="102402" name="Notes Placeholder 2">
            <a:extLst>
              <a:ext uri="{FF2B5EF4-FFF2-40B4-BE49-F238E27FC236}">
                <a16:creationId xmlns:a16="http://schemas.microsoft.com/office/drawing/2014/main" id="{1B9142C7-20EA-C542-9800-F6C45533923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
        <p:nvSpPr>
          <p:cNvPr id="102403" name="Slide Number Placeholder 3">
            <a:extLst>
              <a:ext uri="{FF2B5EF4-FFF2-40B4-BE49-F238E27FC236}">
                <a16:creationId xmlns:a16="http://schemas.microsoft.com/office/drawing/2014/main" id="{E471595C-F0CC-7348-9B34-22FAAB0984D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7575">
              <a:defRPr sz="2400" b="1">
                <a:solidFill>
                  <a:schemeClr val="tx1"/>
                </a:solidFill>
                <a:latin typeface="Arial" panose="020B0604020202020204" pitchFamily="34" charset="0"/>
                <a:ea typeface="ＭＳ Ｐゴシック" panose="020B0600070205080204" pitchFamily="34" charset="-128"/>
              </a:defRPr>
            </a:lvl1pPr>
            <a:lvl2pPr marL="742950" indent="-285750" defTabSz="917575">
              <a:defRPr sz="2400" b="1">
                <a:solidFill>
                  <a:schemeClr val="tx1"/>
                </a:solidFill>
                <a:latin typeface="Arial" panose="020B0604020202020204" pitchFamily="34" charset="0"/>
                <a:ea typeface="ＭＳ Ｐゴシック" panose="020B0600070205080204" pitchFamily="34" charset="-128"/>
              </a:defRPr>
            </a:lvl2pPr>
            <a:lvl3pPr marL="1143000" indent="-228600" defTabSz="917575">
              <a:defRPr sz="2400" b="1">
                <a:solidFill>
                  <a:schemeClr val="tx1"/>
                </a:solidFill>
                <a:latin typeface="Arial" panose="020B0604020202020204" pitchFamily="34" charset="0"/>
                <a:ea typeface="ＭＳ Ｐゴシック" panose="020B0600070205080204" pitchFamily="34" charset="-128"/>
              </a:defRPr>
            </a:lvl3pPr>
            <a:lvl4pPr marL="1600200" indent="-228600" defTabSz="917575">
              <a:defRPr sz="2400" b="1">
                <a:solidFill>
                  <a:schemeClr val="tx1"/>
                </a:solidFill>
                <a:latin typeface="Arial" panose="020B0604020202020204" pitchFamily="34" charset="0"/>
                <a:ea typeface="ＭＳ Ｐゴシック" panose="020B0600070205080204" pitchFamily="34" charset="-128"/>
              </a:defRPr>
            </a:lvl4pPr>
            <a:lvl5pPr marL="2057400" indent="-228600" defTabSz="917575">
              <a:defRPr sz="2400" b="1">
                <a:solidFill>
                  <a:schemeClr val="tx1"/>
                </a:solidFill>
                <a:latin typeface="Arial" panose="020B0604020202020204" pitchFamily="34" charset="0"/>
                <a:ea typeface="ＭＳ Ｐゴシック" panose="020B0600070205080204" pitchFamily="34" charset="-128"/>
              </a:defRPr>
            </a:lvl5pPr>
            <a:lvl6pPr marL="25146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AB7B6831-AF9B-634D-A29A-31B04406CE11}" type="slidenum">
              <a:rPr lang="en-US" altLang="en-US" sz="1200" b="0"/>
              <a:pPr/>
              <a:t>31</a:t>
            </a:fld>
            <a:endParaRPr lang="en-US" altLang="en-US" sz="1200" b="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Slide Image Placeholder 1">
            <a:extLst>
              <a:ext uri="{FF2B5EF4-FFF2-40B4-BE49-F238E27FC236}">
                <a16:creationId xmlns:a16="http://schemas.microsoft.com/office/drawing/2014/main" id="{69CDF469-877A-FA45-86CB-FCC52BF242D4}"/>
              </a:ext>
            </a:extLst>
          </p:cNvPr>
          <p:cNvSpPr>
            <a:spLocks noGrp="1" noRot="1" noChangeAspect="1" noTextEdit="1"/>
          </p:cNvSpPr>
          <p:nvPr>
            <p:ph type="sldImg"/>
          </p:nvPr>
        </p:nvSpPr>
        <p:spPr>
          <a:xfrm>
            <a:off x="2312988" y="514350"/>
            <a:ext cx="4572000" cy="2571750"/>
          </a:xfrm>
          <a:ln/>
        </p:spPr>
      </p:sp>
      <p:sp>
        <p:nvSpPr>
          <p:cNvPr id="70658" name="Notes Placeholder 2">
            <a:extLst>
              <a:ext uri="{FF2B5EF4-FFF2-40B4-BE49-F238E27FC236}">
                <a16:creationId xmlns:a16="http://schemas.microsoft.com/office/drawing/2014/main" id="{4700A8DF-711E-EB41-B3A7-9F8F4D7D28F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ea typeface="ＭＳ Ｐゴシック" panose="020B0600070205080204" pitchFamily="34" charset="-128"/>
              </a:rPr>
              <a:t>See Mythbusters episodes</a:t>
            </a:r>
          </a:p>
        </p:txBody>
      </p:sp>
      <p:sp>
        <p:nvSpPr>
          <p:cNvPr id="70659" name="Slide Number Placeholder 3">
            <a:extLst>
              <a:ext uri="{FF2B5EF4-FFF2-40B4-BE49-F238E27FC236}">
                <a16:creationId xmlns:a16="http://schemas.microsoft.com/office/drawing/2014/main" id="{7EB02C0C-27DD-3B47-BE52-9F4437E9B29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7575">
              <a:defRPr sz="2400" b="1">
                <a:solidFill>
                  <a:schemeClr val="tx1"/>
                </a:solidFill>
                <a:latin typeface="Arial" panose="020B0604020202020204" pitchFamily="34" charset="0"/>
                <a:ea typeface="ＭＳ Ｐゴシック" panose="020B0600070205080204" pitchFamily="34" charset="-128"/>
              </a:defRPr>
            </a:lvl1pPr>
            <a:lvl2pPr marL="742950" indent="-285750" defTabSz="917575">
              <a:defRPr sz="2400" b="1">
                <a:solidFill>
                  <a:schemeClr val="tx1"/>
                </a:solidFill>
                <a:latin typeface="Arial" panose="020B0604020202020204" pitchFamily="34" charset="0"/>
                <a:ea typeface="ＭＳ Ｐゴシック" panose="020B0600070205080204" pitchFamily="34" charset="-128"/>
              </a:defRPr>
            </a:lvl2pPr>
            <a:lvl3pPr marL="1143000" indent="-228600" defTabSz="917575">
              <a:defRPr sz="2400" b="1">
                <a:solidFill>
                  <a:schemeClr val="tx1"/>
                </a:solidFill>
                <a:latin typeface="Arial" panose="020B0604020202020204" pitchFamily="34" charset="0"/>
                <a:ea typeface="ＭＳ Ｐゴシック" panose="020B0600070205080204" pitchFamily="34" charset="-128"/>
              </a:defRPr>
            </a:lvl3pPr>
            <a:lvl4pPr marL="1600200" indent="-228600" defTabSz="917575">
              <a:defRPr sz="2400" b="1">
                <a:solidFill>
                  <a:schemeClr val="tx1"/>
                </a:solidFill>
                <a:latin typeface="Arial" panose="020B0604020202020204" pitchFamily="34" charset="0"/>
                <a:ea typeface="ＭＳ Ｐゴシック" panose="020B0600070205080204" pitchFamily="34" charset="-128"/>
              </a:defRPr>
            </a:lvl4pPr>
            <a:lvl5pPr marL="2057400" indent="-228600" defTabSz="917575">
              <a:defRPr sz="2400" b="1">
                <a:solidFill>
                  <a:schemeClr val="tx1"/>
                </a:solidFill>
                <a:latin typeface="Arial" panose="020B0604020202020204" pitchFamily="34" charset="0"/>
                <a:ea typeface="ＭＳ Ｐゴシック" panose="020B0600070205080204" pitchFamily="34" charset="-128"/>
              </a:defRPr>
            </a:lvl5pPr>
            <a:lvl6pPr marL="25146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FE89EA2E-E4BF-DC4C-9897-878FC3E090A8}" type="slidenum">
              <a:rPr lang="en-US" altLang="en-US" sz="1200" b="0"/>
              <a:pPr/>
              <a:t>32</a:t>
            </a:fld>
            <a:endParaRPr lang="en-US" altLang="en-US" sz="1200" b="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7">
            <a:extLst>
              <a:ext uri="{FF2B5EF4-FFF2-40B4-BE49-F238E27FC236}">
                <a16:creationId xmlns:a16="http://schemas.microsoft.com/office/drawing/2014/main" id="{5C956A90-CAF9-8D47-A595-23853B780D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7575">
              <a:defRPr sz="2400" b="1">
                <a:solidFill>
                  <a:schemeClr val="tx1"/>
                </a:solidFill>
                <a:latin typeface="Arial" panose="020B0604020202020204" pitchFamily="34" charset="0"/>
                <a:ea typeface="ＭＳ Ｐゴシック" panose="020B0600070205080204" pitchFamily="34" charset="-128"/>
              </a:defRPr>
            </a:lvl1pPr>
            <a:lvl2pPr marL="742950" indent="-285750" defTabSz="917575">
              <a:defRPr sz="2400" b="1">
                <a:solidFill>
                  <a:schemeClr val="tx1"/>
                </a:solidFill>
                <a:latin typeface="Arial" panose="020B0604020202020204" pitchFamily="34" charset="0"/>
                <a:ea typeface="ＭＳ Ｐゴシック" panose="020B0600070205080204" pitchFamily="34" charset="-128"/>
              </a:defRPr>
            </a:lvl2pPr>
            <a:lvl3pPr marL="1143000" indent="-228600" defTabSz="917575">
              <a:defRPr sz="2400" b="1">
                <a:solidFill>
                  <a:schemeClr val="tx1"/>
                </a:solidFill>
                <a:latin typeface="Arial" panose="020B0604020202020204" pitchFamily="34" charset="0"/>
                <a:ea typeface="ＭＳ Ｐゴシック" panose="020B0600070205080204" pitchFamily="34" charset="-128"/>
              </a:defRPr>
            </a:lvl3pPr>
            <a:lvl4pPr marL="1600200" indent="-228600" defTabSz="917575">
              <a:defRPr sz="2400" b="1">
                <a:solidFill>
                  <a:schemeClr val="tx1"/>
                </a:solidFill>
                <a:latin typeface="Arial" panose="020B0604020202020204" pitchFamily="34" charset="0"/>
                <a:ea typeface="ＭＳ Ｐゴシック" panose="020B0600070205080204" pitchFamily="34" charset="-128"/>
              </a:defRPr>
            </a:lvl4pPr>
            <a:lvl5pPr marL="2057400" indent="-228600" defTabSz="917575">
              <a:defRPr sz="2400" b="1">
                <a:solidFill>
                  <a:schemeClr val="tx1"/>
                </a:solidFill>
                <a:latin typeface="Arial" panose="020B0604020202020204" pitchFamily="34" charset="0"/>
                <a:ea typeface="ＭＳ Ｐゴシック" panose="020B0600070205080204" pitchFamily="34" charset="-128"/>
              </a:defRPr>
            </a:lvl5pPr>
            <a:lvl6pPr marL="25146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4F6BBC4A-ACAF-BB4F-9317-9CCA81171875}" type="slidenum">
              <a:rPr lang="en-US" altLang="en-US" sz="1200" b="0"/>
              <a:pPr/>
              <a:t>33</a:t>
            </a:fld>
            <a:endParaRPr lang="en-US" altLang="en-US" sz="1200" b="0"/>
          </a:p>
        </p:txBody>
      </p:sp>
      <p:sp>
        <p:nvSpPr>
          <p:cNvPr id="72706" name="Rectangle 2">
            <a:extLst>
              <a:ext uri="{FF2B5EF4-FFF2-40B4-BE49-F238E27FC236}">
                <a16:creationId xmlns:a16="http://schemas.microsoft.com/office/drawing/2014/main" id="{937ECFB6-D734-1A4F-B052-E43BBE6FFF04}"/>
              </a:ext>
            </a:extLst>
          </p:cNvPr>
          <p:cNvSpPr>
            <a:spLocks noGrp="1" noRot="1" noChangeAspect="1" noChangeArrowheads="1" noTextEdit="1"/>
          </p:cNvSpPr>
          <p:nvPr>
            <p:ph type="sldImg"/>
          </p:nvPr>
        </p:nvSpPr>
        <p:spPr>
          <a:xfrm>
            <a:off x="2312988" y="514350"/>
            <a:ext cx="4572000" cy="2571750"/>
          </a:xfrm>
          <a:ln/>
        </p:spPr>
      </p:sp>
      <p:sp>
        <p:nvSpPr>
          <p:cNvPr id="72707" name="Rectangle 3">
            <a:extLst>
              <a:ext uri="{FF2B5EF4-FFF2-40B4-BE49-F238E27FC236}">
                <a16:creationId xmlns:a16="http://schemas.microsoft.com/office/drawing/2014/main" id="{98F4EA6C-6E3D-DF41-A0EB-69C77CF15C5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ea typeface="ＭＳ Ｐゴシック" panose="020B0600070205080204" pitchFamily="34" charset="-128"/>
              </a:rPr>
              <a:t>A photograph of the Soviet Lunar Lander and Return Vehicle taken at the Moscow Aviation Institute on 28 November 1989. The occasion was a visit by three Massachusetts Institute of Technology (MIT) professors—Lawrence Young (left center), Jack Kerrebrock (the photographer), and Edward Crawley (not pictured).</a:t>
            </a:r>
          </a:p>
          <a:p>
            <a:pPr eaLnBrk="1" hangingPunct="1"/>
            <a:endParaRPr lang="en-US" altLang="en-US">
              <a:latin typeface="Times New Roman" panose="02020603050405020304" pitchFamily="18" charset="0"/>
              <a:ea typeface="ＭＳ Ｐゴシック" panose="020B0600070205080204" pitchFamily="34" charset="-128"/>
            </a:endParaRPr>
          </a:p>
          <a:p>
            <a:pPr eaLnBrk="1" hangingPunct="1"/>
            <a:r>
              <a:rPr lang="en-US" altLang="en-US">
                <a:latin typeface="Arial" panose="020B0604020202020204" pitchFamily="34" charset="0"/>
                <a:ea typeface="ＭＳ Ｐゴシック" panose="020B0600070205080204" pitchFamily="34" charset="-128"/>
              </a:rPr>
              <a:t>On July 21, 1969, while Apollo 11 astronauts finished the first human moonwalk, Luna 15 - an unmanned Soviet spacecraft in lunar orbit at the time, began its descent to the </a:t>
            </a:r>
            <a:r>
              <a:rPr lang="en-US" altLang="en-US">
                <a:latin typeface="Arial" panose="020B0604020202020204" pitchFamily="34" charset="0"/>
                <a:ea typeface="ＭＳ Ｐゴシック" panose="020B0600070205080204" pitchFamily="34" charset="-128"/>
                <a:hlinkClick r:id="rId3"/>
              </a:rPr>
              <a:t>lunar surface</a:t>
            </a:r>
            <a:r>
              <a:rPr lang="en-US" altLang="en-US">
                <a:latin typeface="Arial" panose="020B0604020202020204" pitchFamily="34" charset="0"/>
                <a:ea typeface="ＭＳ Ｐゴシック" panose="020B0600070205080204" pitchFamily="34" charset="-128"/>
              </a:rPr>
              <a:t>. Launched only three days before the </a:t>
            </a:r>
            <a:r>
              <a:rPr lang="en-US" altLang="en-US">
                <a:latin typeface="Arial" panose="020B0604020202020204" pitchFamily="34" charset="0"/>
                <a:ea typeface="ＭＳ Ｐゴシック" panose="020B0600070205080204" pitchFamily="34" charset="-128"/>
                <a:hlinkClick r:id="rId4"/>
              </a:rPr>
              <a:t>Apollo 11</a:t>
            </a:r>
            <a:r>
              <a:rPr lang="en-US" altLang="en-US">
                <a:latin typeface="Arial" panose="020B0604020202020204" pitchFamily="34" charset="0"/>
                <a:ea typeface="ＭＳ Ｐゴシック" panose="020B0600070205080204" pitchFamily="34" charset="-128"/>
              </a:rPr>
              <a:t> mission, it was the third Soviet attempt to return lunar soil back to Earth. The Russian craft crashed on the moon at 15:50 UT – just a few hours before the scheduled American lift off.</a:t>
            </a:r>
            <a:r>
              <a:rPr lang="en-US" altLang="en-US" baseline="30000">
                <a:latin typeface="Arial" panose="020B0604020202020204" pitchFamily="34" charset="0"/>
                <a:ea typeface="ＭＳ Ｐゴシック" panose="020B0600070205080204" pitchFamily="34" charset="-128"/>
                <a:hlinkClick r:id="rId5"/>
              </a:rPr>
              <a:t>[1]</a:t>
            </a:r>
            <a:endParaRPr lang="en-US" altLang="en-US">
              <a:latin typeface="Arial" panose="020B0604020202020204" pitchFamily="34" charset="0"/>
              <a:ea typeface="ＭＳ Ｐゴシック" panose="020B0600070205080204" pitchFamily="34" charset="-128"/>
            </a:endParaRPr>
          </a:p>
          <a:p>
            <a:pPr eaLnBrk="1" hangingPunct="1"/>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7">
            <a:extLst>
              <a:ext uri="{FF2B5EF4-FFF2-40B4-BE49-F238E27FC236}">
                <a16:creationId xmlns:a16="http://schemas.microsoft.com/office/drawing/2014/main" id="{D00450D2-8F86-7C4C-B185-DDF7F81209D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7575">
              <a:defRPr sz="2400" b="1">
                <a:solidFill>
                  <a:schemeClr val="tx1"/>
                </a:solidFill>
                <a:latin typeface="Arial" panose="020B0604020202020204" pitchFamily="34" charset="0"/>
                <a:ea typeface="ＭＳ Ｐゴシック" panose="020B0600070205080204" pitchFamily="34" charset="-128"/>
              </a:defRPr>
            </a:lvl1pPr>
            <a:lvl2pPr marL="742950" indent="-285750" defTabSz="917575">
              <a:defRPr sz="2400" b="1">
                <a:solidFill>
                  <a:schemeClr val="tx1"/>
                </a:solidFill>
                <a:latin typeface="Arial" panose="020B0604020202020204" pitchFamily="34" charset="0"/>
                <a:ea typeface="ＭＳ Ｐゴシック" panose="020B0600070205080204" pitchFamily="34" charset="-128"/>
              </a:defRPr>
            </a:lvl2pPr>
            <a:lvl3pPr marL="1143000" indent="-228600" defTabSz="917575">
              <a:defRPr sz="2400" b="1">
                <a:solidFill>
                  <a:schemeClr val="tx1"/>
                </a:solidFill>
                <a:latin typeface="Arial" panose="020B0604020202020204" pitchFamily="34" charset="0"/>
                <a:ea typeface="ＭＳ Ｐゴシック" panose="020B0600070205080204" pitchFamily="34" charset="-128"/>
              </a:defRPr>
            </a:lvl3pPr>
            <a:lvl4pPr marL="1600200" indent="-228600" defTabSz="917575">
              <a:defRPr sz="2400" b="1">
                <a:solidFill>
                  <a:schemeClr val="tx1"/>
                </a:solidFill>
                <a:latin typeface="Arial" panose="020B0604020202020204" pitchFamily="34" charset="0"/>
                <a:ea typeface="ＭＳ Ｐゴシック" panose="020B0600070205080204" pitchFamily="34" charset="-128"/>
              </a:defRPr>
            </a:lvl4pPr>
            <a:lvl5pPr marL="2057400" indent="-228600" defTabSz="917575">
              <a:defRPr sz="2400" b="1">
                <a:solidFill>
                  <a:schemeClr val="tx1"/>
                </a:solidFill>
                <a:latin typeface="Arial" panose="020B0604020202020204" pitchFamily="34" charset="0"/>
                <a:ea typeface="ＭＳ Ｐゴシック" panose="020B0600070205080204" pitchFamily="34" charset="-128"/>
              </a:defRPr>
            </a:lvl5pPr>
            <a:lvl6pPr marL="25146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AAC1E870-863F-5646-826B-5F84569CDDEF}" type="slidenum">
              <a:rPr lang="en-US" altLang="en-US" sz="1200" b="0"/>
              <a:pPr/>
              <a:t>34</a:t>
            </a:fld>
            <a:endParaRPr lang="en-US" altLang="en-US" sz="1200" b="0"/>
          </a:p>
        </p:txBody>
      </p:sp>
      <p:sp>
        <p:nvSpPr>
          <p:cNvPr id="74754" name="Rectangle 2">
            <a:extLst>
              <a:ext uri="{FF2B5EF4-FFF2-40B4-BE49-F238E27FC236}">
                <a16:creationId xmlns:a16="http://schemas.microsoft.com/office/drawing/2014/main" id="{B5417B21-0575-D84F-89B5-E0B2F0757FC2}"/>
              </a:ext>
            </a:extLst>
          </p:cNvPr>
          <p:cNvSpPr>
            <a:spLocks noGrp="1" noRot="1" noChangeAspect="1" noChangeArrowheads="1" noTextEdit="1"/>
          </p:cNvSpPr>
          <p:nvPr>
            <p:ph type="sldImg"/>
          </p:nvPr>
        </p:nvSpPr>
        <p:spPr>
          <a:xfrm>
            <a:off x="2312988" y="514350"/>
            <a:ext cx="4572000" cy="2571750"/>
          </a:xfrm>
          <a:ln/>
        </p:spPr>
      </p:sp>
      <p:sp>
        <p:nvSpPr>
          <p:cNvPr id="74755" name="Rectangle 3">
            <a:extLst>
              <a:ext uri="{FF2B5EF4-FFF2-40B4-BE49-F238E27FC236}">
                <a16:creationId xmlns:a16="http://schemas.microsoft.com/office/drawing/2014/main" id="{2E339890-FA51-784B-B3A3-4105B9F0E1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6110876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E58F041A-C129-044C-9666-6213871E6D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7575">
              <a:defRPr sz="2400" b="1">
                <a:solidFill>
                  <a:schemeClr val="tx1"/>
                </a:solidFill>
                <a:latin typeface="Arial" panose="020B0604020202020204" pitchFamily="34" charset="0"/>
                <a:ea typeface="ＭＳ Ｐゴシック" panose="020B0600070205080204" pitchFamily="34" charset="-128"/>
              </a:defRPr>
            </a:lvl1pPr>
            <a:lvl2pPr marL="742950" indent="-285750" defTabSz="917575">
              <a:defRPr sz="2400" b="1">
                <a:solidFill>
                  <a:schemeClr val="tx1"/>
                </a:solidFill>
                <a:latin typeface="Arial" panose="020B0604020202020204" pitchFamily="34" charset="0"/>
                <a:ea typeface="ＭＳ Ｐゴシック" panose="020B0600070205080204" pitchFamily="34" charset="-128"/>
              </a:defRPr>
            </a:lvl2pPr>
            <a:lvl3pPr marL="1143000" indent="-228600" defTabSz="917575">
              <a:defRPr sz="2400" b="1">
                <a:solidFill>
                  <a:schemeClr val="tx1"/>
                </a:solidFill>
                <a:latin typeface="Arial" panose="020B0604020202020204" pitchFamily="34" charset="0"/>
                <a:ea typeface="ＭＳ Ｐゴシック" panose="020B0600070205080204" pitchFamily="34" charset="-128"/>
              </a:defRPr>
            </a:lvl3pPr>
            <a:lvl4pPr marL="1600200" indent="-228600" defTabSz="917575">
              <a:defRPr sz="2400" b="1">
                <a:solidFill>
                  <a:schemeClr val="tx1"/>
                </a:solidFill>
                <a:latin typeface="Arial" panose="020B0604020202020204" pitchFamily="34" charset="0"/>
                <a:ea typeface="ＭＳ Ｐゴシック" panose="020B0600070205080204" pitchFamily="34" charset="-128"/>
              </a:defRPr>
            </a:lvl4pPr>
            <a:lvl5pPr marL="2057400" indent="-228600" defTabSz="917575">
              <a:defRPr sz="2400" b="1">
                <a:solidFill>
                  <a:schemeClr val="tx1"/>
                </a:solidFill>
                <a:latin typeface="Arial" panose="020B0604020202020204" pitchFamily="34" charset="0"/>
                <a:ea typeface="ＭＳ Ｐゴシック" panose="020B0600070205080204" pitchFamily="34" charset="-128"/>
              </a:defRPr>
            </a:lvl5pPr>
            <a:lvl6pPr marL="25146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EE11822C-2A2E-314A-A24B-AE1D5CA0FF6E}" type="slidenum">
              <a:rPr lang="en-US" altLang="en-US" sz="1200" b="0"/>
              <a:pPr/>
              <a:t>37</a:t>
            </a:fld>
            <a:endParaRPr lang="en-US" altLang="en-US" sz="1200" b="0"/>
          </a:p>
        </p:txBody>
      </p:sp>
      <p:sp>
        <p:nvSpPr>
          <p:cNvPr id="58370" name="Rectangle 1026">
            <a:extLst>
              <a:ext uri="{FF2B5EF4-FFF2-40B4-BE49-F238E27FC236}">
                <a16:creationId xmlns:a16="http://schemas.microsoft.com/office/drawing/2014/main" id="{86934A56-E2E8-9D46-BB6C-CB1ACDF516E8}"/>
              </a:ext>
            </a:extLst>
          </p:cNvPr>
          <p:cNvSpPr>
            <a:spLocks noGrp="1" noRot="1" noChangeAspect="1" noChangeArrowheads="1" noTextEdit="1"/>
          </p:cNvSpPr>
          <p:nvPr>
            <p:ph type="sldImg"/>
          </p:nvPr>
        </p:nvSpPr>
        <p:spPr>
          <a:xfrm>
            <a:off x="2312988" y="514350"/>
            <a:ext cx="4572000" cy="2571750"/>
          </a:xfrm>
          <a:ln/>
        </p:spPr>
      </p:sp>
      <p:sp>
        <p:nvSpPr>
          <p:cNvPr id="58371" name="Rectangle 1027">
            <a:extLst>
              <a:ext uri="{FF2B5EF4-FFF2-40B4-BE49-F238E27FC236}">
                <a16:creationId xmlns:a16="http://schemas.microsoft.com/office/drawing/2014/main" id="{3A9B1968-DC33-E54F-A093-8B626F994491}"/>
              </a:ext>
            </a:extLst>
          </p:cNvPr>
          <p:cNvSpPr>
            <a:spLocks noGrp="1" noChangeArrowheads="1"/>
          </p:cNvSpPr>
          <p:nvPr>
            <p:ph type="body" idx="1"/>
          </p:nvPr>
        </p:nvSpPr>
        <p:spPr>
          <a:xfrm>
            <a:off x="711200" y="3257550"/>
            <a:ext cx="7810500" cy="30861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ea typeface="ＭＳ Ｐゴシック" panose="020B0600070205080204" pitchFamily="34" charset="-128"/>
              </a:rPr>
              <a:t>Tom Stafford chaired ISS advisory committee</a:t>
            </a:r>
          </a:p>
          <a:p>
            <a:pPr eaLnBrk="1" hangingPunct="1"/>
            <a:r>
              <a:rPr lang="en-US" altLang="en-US" dirty="0">
                <a:latin typeface="Arial" panose="020B0604020202020204" pitchFamily="34" charset="0"/>
                <a:ea typeface="ＭＳ Ｐゴシック" panose="020B0600070205080204" pitchFamily="34" charset="-128"/>
              </a:rPr>
              <a:t>Vane Brand commanded post-Challenger Shuttle missions, retired in 2008. </a:t>
            </a:r>
          </a:p>
          <a:p>
            <a:pPr algn="l">
              <a:buFont typeface="Arial" panose="020B0604020202020204" pitchFamily="34" charset="0"/>
              <a:buChar char="•"/>
            </a:pPr>
            <a:endParaRPr lang="en-US" b="0" i="0" dirty="0">
              <a:solidFill>
                <a:srgbClr val="001D35"/>
              </a:solidFill>
              <a:effectLst/>
              <a:highlight>
                <a:srgbClr val="FFFFFF"/>
              </a:highlight>
              <a:latin typeface="Google Sans"/>
            </a:endParaRPr>
          </a:p>
          <a:p>
            <a:pPr algn="l">
              <a:buFont typeface="Arial" panose="020B0604020202020204" pitchFamily="34" charset="0"/>
              <a:buChar char="•"/>
            </a:pPr>
            <a:r>
              <a:rPr lang="en-US" b="0" i="0" dirty="0">
                <a:solidFill>
                  <a:srgbClr val="001D35"/>
                </a:solidFill>
                <a:effectLst/>
                <a:highlight>
                  <a:srgbClr val="FFFFFF"/>
                </a:highlight>
                <a:latin typeface="Google Sans"/>
              </a:rPr>
              <a:t>Thomas P. Stafford: Commander of the American crew</a:t>
            </a:r>
          </a:p>
          <a:p>
            <a:pPr algn="l">
              <a:buFont typeface="Arial" panose="020B0604020202020204" pitchFamily="34" charset="0"/>
              <a:buChar char="•"/>
            </a:pPr>
            <a:r>
              <a:rPr lang="en-US" b="0" i="0" dirty="0">
                <a:solidFill>
                  <a:srgbClr val="001D35"/>
                </a:solidFill>
                <a:effectLst/>
                <a:highlight>
                  <a:srgbClr val="FFFFFF"/>
                </a:highlight>
                <a:latin typeface="Google Sans"/>
              </a:rPr>
              <a:t>Donald K. "Deke" Slayton: Docking module pilot of the American crew</a:t>
            </a:r>
          </a:p>
          <a:p>
            <a:pPr algn="l">
              <a:buFont typeface="Arial" panose="020B0604020202020204" pitchFamily="34" charset="0"/>
              <a:buChar char="•"/>
            </a:pPr>
            <a:r>
              <a:rPr lang="en-US" b="0" i="0" dirty="0">
                <a:solidFill>
                  <a:srgbClr val="001D35"/>
                </a:solidFill>
                <a:effectLst/>
                <a:highlight>
                  <a:srgbClr val="FFFFFF"/>
                </a:highlight>
                <a:latin typeface="Google Sans"/>
              </a:rPr>
              <a:t>Vance D. Brand: Command module pilot of the American crew</a:t>
            </a:r>
          </a:p>
          <a:p>
            <a:pPr algn="l">
              <a:buFont typeface="Arial" panose="020B0604020202020204" pitchFamily="34" charset="0"/>
              <a:buChar char="•"/>
            </a:pPr>
            <a:r>
              <a:rPr lang="en-US" b="0" i="0" dirty="0">
                <a:solidFill>
                  <a:srgbClr val="001D35"/>
                </a:solidFill>
                <a:effectLst/>
                <a:highlight>
                  <a:srgbClr val="FFFFFF"/>
                </a:highlight>
                <a:latin typeface="Google Sans"/>
              </a:rPr>
              <a:t>Aleksey A. Leonov: Commander of the Soviet crew</a:t>
            </a:r>
          </a:p>
          <a:p>
            <a:pPr algn="l">
              <a:buFont typeface="Arial" panose="020B0604020202020204" pitchFamily="34" charset="0"/>
              <a:buChar char="•"/>
            </a:pPr>
            <a:r>
              <a:rPr lang="en-US" b="0" i="0" dirty="0" err="1">
                <a:solidFill>
                  <a:srgbClr val="001D35"/>
                </a:solidFill>
                <a:effectLst/>
                <a:highlight>
                  <a:srgbClr val="FFFFFF"/>
                </a:highlight>
                <a:latin typeface="Google Sans"/>
              </a:rPr>
              <a:t>Valeriy</a:t>
            </a:r>
            <a:r>
              <a:rPr lang="en-US" b="0" i="0" dirty="0">
                <a:solidFill>
                  <a:srgbClr val="001D35"/>
                </a:solidFill>
                <a:effectLst/>
                <a:highlight>
                  <a:srgbClr val="FFFFFF"/>
                </a:highlight>
                <a:latin typeface="Google Sans"/>
              </a:rPr>
              <a:t> N. </a:t>
            </a:r>
            <a:r>
              <a:rPr lang="en-US" b="0" i="0" dirty="0" err="1">
                <a:solidFill>
                  <a:srgbClr val="001D35"/>
                </a:solidFill>
                <a:effectLst/>
                <a:highlight>
                  <a:srgbClr val="FFFFFF"/>
                </a:highlight>
                <a:latin typeface="Google Sans"/>
              </a:rPr>
              <a:t>Kubasov</a:t>
            </a:r>
            <a:r>
              <a:rPr lang="en-US" b="0" i="0" dirty="0">
                <a:solidFill>
                  <a:srgbClr val="001D35"/>
                </a:solidFill>
                <a:effectLst/>
                <a:highlight>
                  <a:srgbClr val="FFFFFF"/>
                </a:highlight>
                <a:latin typeface="Google Sans"/>
              </a:rPr>
              <a:t>: Flight engineer of the Soviet crew </a:t>
            </a:r>
          </a:p>
          <a:p>
            <a:pPr algn="l"/>
            <a:br>
              <a:rPr lang="en-US" b="0" i="0" dirty="0">
                <a:solidFill>
                  <a:srgbClr val="001D35"/>
                </a:solidFill>
                <a:effectLst/>
                <a:highlight>
                  <a:srgbClr val="FFFFFF"/>
                </a:highlight>
                <a:latin typeface="Google Sans"/>
              </a:rPr>
            </a:br>
            <a:r>
              <a:rPr lang="en-US" b="0" i="0" dirty="0">
                <a:solidFill>
                  <a:srgbClr val="001D35"/>
                </a:solidFill>
                <a:effectLst/>
                <a:highlight>
                  <a:srgbClr val="FFFFFF"/>
                </a:highlight>
                <a:latin typeface="Google Sans"/>
              </a:rPr>
              <a:t>The ASTP was scheduled for launch in July 1975, and the mission included docking and re-docking maneuvers, as well as the Apollo crew creating an artificial solar eclipse for the Soyuz crew to photograph. After 44 hours together, the two ships separated and the Apollo crew conducted Earth observation experiments while the Soviets remained in space for five days. The Apollo Command Module splashed down in the Central Pacific Ocean on July 24, 1975, and the crew remained in the spacecraft until it was hoisted aboard the USS New Orleans</a:t>
            </a:r>
          </a:p>
          <a:p>
            <a:pPr eaLnBrk="1" hangingPunct="1"/>
            <a:endParaRPr lang="en-US" altLang="en-US" dirty="0">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a:extLst>
              <a:ext uri="{FF2B5EF4-FFF2-40B4-BE49-F238E27FC236}">
                <a16:creationId xmlns:a16="http://schemas.microsoft.com/office/drawing/2014/main" id="{524B8783-D0E6-9543-8D6F-E21B0852EC7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7575">
              <a:defRPr sz="2400" b="1">
                <a:solidFill>
                  <a:schemeClr val="tx1"/>
                </a:solidFill>
                <a:latin typeface="Arial" panose="020B0604020202020204" pitchFamily="34" charset="0"/>
                <a:ea typeface="ＭＳ Ｐゴシック" panose="020B0600070205080204" pitchFamily="34" charset="-128"/>
              </a:defRPr>
            </a:lvl1pPr>
            <a:lvl2pPr marL="742950" indent="-285750" defTabSz="917575">
              <a:defRPr sz="2400" b="1">
                <a:solidFill>
                  <a:schemeClr val="tx1"/>
                </a:solidFill>
                <a:latin typeface="Arial" panose="020B0604020202020204" pitchFamily="34" charset="0"/>
                <a:ea typeface="ＭＳ Ｐゴシック" panose="020B0600070205080204" pitchFamily="34" charset="-128"/>
              </a:defRPr>
            </a:lvl2pPr>
            <a:lvl3pPr marL="1143000" indent="-228600" defTabSz="917575">
              <a:defRPr sz="2400" b="1">
                <a:solidFill>
                  <a:schemeClr val="tx1"/>
                </a:solidFill>
                <a:latin typeface="Arial" panose="020B0604020202020204" pitchFamily="34" charset="0"/>
                <a:ea typeface="ＭＳ Ｐゴシック" panose="020B0600070205080204" pitchFamily="34" charset="-128"/>
              </a:defRPr>
            </a:lvl3pPr>
            <a:lvl4pPr marL="1600200" indent="-228600" defTabSz="917575">
              <a:defRPr sz="2400" b="1">
                <a:solidFill>
                  <a:schemeClr val="tx1"/>
                </a:solidFill>
                <a:latin typeface="Arial" panose="020B0604020202020204" pitchFamily="34" charset="0"/>
                <a:ea typeface="ＭＳ Ｐゴシック" panose="020B0600070205080204" pitchFamily="34" charset="-128"/>
              </a:defRPr>
            </a:lvl4pPr>
            <a:lvl5pPr marL="2057400" indent="-228600" defTabSz="917575">
              <a:defRPr sz="2400" b="1">
                <a:solidFill>
                  <a:schemeClr val="tx1"/>
                </a:solidFill>
                <a:latin typeface="Arial" panose="020B0604020202020204" pitchFamily="34" charset="0"/>
                <a:ea typeface="ＭＳ Ｐゴシック" panose="020B0600070205080204" pitchFamily="34" charset="-128"/>
              </a:defRPr>
            </a:lvl5pPr>
            <a:lvl6pPr marL="25146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19612038-EB91-A84B-81A6-715B81832BEC}" type="slidenum">
              <a:rPr lang="en-US" altLang="en-US" sz="1200" b="0"/>
              <a:pPr/>
              <a:t>38</a:t>
            </a:fld>
            <a:endParaRPr lang="en-US" altLang="en-US" sz="1200" b="0"/>
          </a:p>
        </p:txBody>
      </p:sp>
      <p:sp>
        <p:nvSpPr>
          <p:cNvPr id="60418" name="Rectangle 2">
            <a:extLst>
              <a:ext uri="{FF2B5EF4-FFF2-40B4-BE49-F238E27FC236}">
                <a16:creationId xmlns:a16="http://schemas.microsoft.com/office/drawing/2014/main" id="{6BAEC086-987E-8843-8EB2-43EBBD28BBE9}"/>
              </a:ext>
            </a:extLst>
          </p:cNvPr>
          <p:cNvSpPr>
            <a:spLocks noGrp="1" noRot="1" noChangeAspect="1" noChangeArrowheads="1" noTextEdit="1"/>
          </p:cNvSpPr>
          <p:nvPr>
            <p:ph type="sldImg"/>
          </p:nvPr>
        </p:nvSpPr>
        <p:spPr>
          <a:xfrm>
            <a:off x="2312988" y="514350"/>
            <a:ext cx="4572000" cy="2571750"/>
          </a:xfrm>
          <a:ln/>
        </p:spPr>
      </p:sp>
      <p:sp>
        <p:nvSpPr>
          <p:cNvPr id="60419" name="Rectangle 3">
            <a:extLst>
              <a:ext uri="{FF2B5EF4-FFF2-40B4-BE49-F238E27FC236}">
                <a16:creationId xmlns:a16="http://schemas.microsoft.com/office/drawing/2014/main" id="{DEC0C495-B12E-5F40-B6E3-6716B35F697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7">
            <a:extLst>
              <a:ext uri="{FF2B5EF4-FFF2-40B4-BE49-F238E27FC236}">
                <a16:creationId xmlns:a16="http://schemas.microsoft.com/office/drawing/2014/main" id="{0C502A87-0414-0C4B-91EB-BEA73365287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7575">
              <a:defRPr sz="2400" b="1">
                <a:solidFill>
                  <a:schemeClr val="tx1"/>
                </a:solidFill>
                <a:latin typeface="Arial" panose="020B0604020202020204" pitchFamily="34" charset="0"/>
                <a:ea typeface="ＭＳ Ｐゴシック" panose="020B0600070205080204" pitchFamily="34" charset="-128"/>
              </a:defRPr>
            </a:lvl1pPr>
            <a:lvl2pPr marL="742950" indent="-285750" defTabSz="917575">
              <a:defRPr sz="2400" b="1">
                <a:solidFill>
                  <a:schemeClr val="tx1"/>
                </a:solidFill>
                <a:latin typeface="Arial" panose="020B0604020202020204" pitchFamily="34" charset="0"/>
                <a:ea typeface="ＭＳ Ｐゴシック" panose="020B0600070205080204" pitchFamily="34" charset="-128"/>
              </a:defRPr>
            </a:lvl2pPr>
            <a:lvl3pPr marL="1143000" indent="-228600" defTabSz="917575">
              <a:defRPr sz="2400" b="1">
                <a:solidFill>
                  <a:schemeClr val="tx1"/>
                </a:solidFill>
                <a:latin typeface="Arial" panose="020B0604020202020204" pitchFamily="34" charset="0"/>
                <a:ea typeface="ＭＳ Ｐゴシック" panose="020B0600070205080204" pitchFamily="34" charset="-128"/>
              </a:defRPr>
            </a:lvl3pPr>
            <a:lvl4pPr marL="1600200" indent="-228600" defTabSz="917575">
              <a:defRPr sz="2400" b="1">
                <a:solidFill>
                  <a:schemeClr val="tx1"/>
                </a:solidFill>
                <a:latin typeface="Arial" panose="020B0604020202020204" pitchFamily="34" charset="0"/>
                <a:ea typeface="ＭＳ Ｐゴシック" panose="020B0600070205080204" pitchFamily="34" charset="-128"/>
              </a:defRPr>
            </a:lvl4pPr>
            <a:lvl5pPr marL="2057400" indent="-228600" defTabSz="917575">
              <a:defRPr sz="2400" b="1">
                <a:solidFill>
                  <a:schemeClr val="tx1"/>
                </a:solidFill>
                <a:latin typeface="Arial" panose="020B0604020202020204" pitchFamily="34" charset="0"/>
                <a:ea typeface="ＭＳ Ｐゴシック" panose="020B0600070205080204" pitchFamily="34" charset="-128"/>
              </a:defRPr>
            </a:lvl5pPr>
            <a:lvl6pPr marL="25146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08628CFC-0CA8-B048-81D8-92D3540F5015}" type="slidenum">
              <a:rPr lang="en-US" altLang="en-US" sz="1200" b="0"/>
              <a:pPr/>
              <a:t>43</a:t>
            </a:fld>
            <a:endParaRPr lang="en-US" altLang="en-US" sz="1200" b="0"/>
          </a:p>
        </p:txBody>
      </p:sp>
      <p:sp>
        <p:nvSpPr>
          <p:cNvPr id="78850" name="Rectangle 2">
            <a:extLst>
              <a:ext uri="{FF2B5EF4-FFF2-40B4-BE49-F238E27FC236}">
                <a16:creationId xmlns:a16="http://schemas.microsoft.com/office/drawing/2014/main" id="{910A20CB-8A55-A145-8765-0C57E96E28FD}"/>
              </a:ext>
            </a:extLst>
          </p:cNvPr>
          <p:cNvSpPr>
            <a:spLocks noGrp="1" noRot="1" noChangeAspect="1" noChangeArrowheads="1" noTextEdit="1"/>
          </p:cNvSpPr>
          <p:nvPr>
            <p:ph type="sldImg"/>
          </p:nvPr>
        </p:nvSpPr>
        <p:spPr>
          <a:xfrm>
            <a:off x="2312988" y="514350"/>
            <a:ext cx="4572000" cy="2571750"/>
          </a:xfrm>
          <a:ln/>
        </p:spPr>
      </p:sp>
      <p:sp>
        <p:nvSpPr>
          <p:cNvPr id="78851" name="Rectangle 3">
            <a:extLst>
              <a:ext uri="{FF2B5EF4-FFF2-40B4-BE49-F238E27FC236}">
                <a16:creationId xmlns:a16="http://schemas.microsoft.com/office/drawing/2014/main" id="{87DF451B-4764-F24E-998E-F66E77C0074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7">
            <a:extLst>
              <a:ext uri="{FF2B5EF4-FFF2-40B4-BE49-F238E27FC236}">
                <a16:creationId xmlns:a16="http://schemas.microsoft.com/office/drawing/2014/main" id="{98F0D89C-3CBA-0546-B227-3E6A485C4C8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7575">
              <a:defRPr sz="2400" b="1">
                <a:solidFill>
                  <a:schemeClr val="tx1"/>
                </a:solidFill>
                <a:latin typeface="Arial" panose="020B0604020202020204" pitchFamily="34" charset="0"/>
                <a:ea typeface="ＭＳ Ｐゴシック" panose="020B0600070205080204" pitchFamily="34" charset="-128"/>
              </a:defRPr>
            </a:lvl1pPr>
            <a:lvl2pPr marL="742950" indent="-285750" defTabSz="917575">
              <a:defRPr sz="2400" b="1">
                <a:solidFill>
                  <a:schemeClr val="tx1"/>
                </a:solidFill>
                <a:latin typeface="Arial" panose="020B0604020202020204" pitchFamily="34" charset="0"/>
                <a:ea typeface="ＭＳ Ｐゴシック" panose="020B0600070205080204" pitchFamily="34" charset="-128"/>
              </a:defRPr>
            </a:lvl2pPr>
            <a:lvl3pPr marL="1143000" indent="-228600" defTabSz="917575">
              <a:defRPr sz="2400" b="1">
                <a:solidFill>
                  <a:schemeClr val="tx1"/>
                </a:solidFill>
                <a:latin typeface="Arial" panose="020B0604020202020204" pitchFamily="34" charset="0"/>
                <a:ea typeface="ＭＳ Ｐゴシック" panose="020B0600070205080204" pitchFamily="34" charset="-128"/>
              </a:defRPr>
            </a:lvl3pPr>
            <a:lvl4pPr marL="1600200" indent="-228600" defTabSz="917575">
              <a:defRPr sz="2400" b="1">
                <a:solidFill>
                  <a:schemeClr val="tx1"/>
                </a:solidFill>
                <a:latin typeface="Arial" panose="020B0604020202020204" pitchFamily="34" charset="0"/>
                <a:ea typeface="ＭＳ Ｐゴシック" panose="020B0600070205080204" pitchFamily="34" charset="-128"/>
              </a:defRPr>
            </a:lvl4pPr>
            <a:lvl5pPr marL="2057400" indent="-228600" defTabSz="917575">
              <a:defRPr sz="2400" b="1">
                <a:solidFill>
                  <a:schemeClr val="tx1"/>
                </a:solidFill>
                <a:latin typeface="Arial" panose="020B0604020202020204" pitchFamily="34" charset="0"/>
                <a:ea typeface="ＭＳ Ｐゴシック" panose="020B0600070205080204" pitchFamily="34" charset="-128"/>
              </a:defRPr>
            </a:lvl5pPr>
            <a:lvl6pPr marL="25146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6D7D894E-95D5-1640-A06F-C183AB479F8F}" type="slidenum">
              <a:rPr lang="en-US" altLang="en-US" sz="1200" b="0"/>
              <a:pPr/>
              <a:t>44</a:t>
            </a:fld>
            <a:endParaRPr lang="en-US" altLang="en-US" sz="1200" b="0"/>
          </a:p>
        </p:txBody>
      </p:sp>
      <p:sp>
        <p:nvSpPr>
          <p:cNvPr id="80898" name="Rectangle 2">
            <a:extLst>
              <a:ext uri="{FF2B5EF4-FFF2-40B4-BE49-F238E27FC236}">
                <a16:creationId xmlns:a16="http://schemas.microsoft.com/office/drawing/2014/main" id="{28441916-1F4A-F04B-BB19-A8042126AF73}"/>
              </a:ext>
            </a:extLst>
          </p:cNvPr>
          <p:cNvSpPr>
            <a:spLocks noGrp="1" noRot="1" noChangeAspect="1" noChangeArrowheads="1" noTextEdit="1"/>
          </p:cNvSpPr>
          <p:nvPr>
            <p:ph type="sldImg"/>
          </p:nvPr>
        </p:nvSpPr>
        <p:spPr>
          <a:xfrm>
            <a:off x="2312988" y="514350"/>
            <a:ext cx="4572000" cy="2571750"/>
          </a:xfrm>
          <a:ln/>
        </p:spPr>
      </p:sp>
      <p:sp>
        <p:nvSpPr>
          <p:cNvPr id="80899" name="Rectangle 3">
            <a:extLst>
              <a:ext uri="{FF2B5EF4-FFF2-40B4-BE49-F238E27FC236}">
                <a16:creationId xmlns:a16="http://schemas.microsoft.com/office/drawing/2014/main" id="{F82215AC-B639-DC46-8ACD-D083CFA1BF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7">
            <a:extLst>
              <a:ext uri="{FF2B5EF4-FFF2-40B4-BE49-F238E27FC236}">
                <a16:creationId xmlns:a16="http://schemas.microsoft.com/office/drawing/2014/main" id="{B729191A-6A4B-E549-A552-6E0D76D0A02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7575">
              <a:defRPr sz="2400" b="1">
                <a:solidFill>
                  <a:schemeClr val="tx1"/>
                </a:solidFill>
                <a:latin typeface="Arial" panose="020B0604020202020204" pitchFamily="34" charset="0"/>
                <a:ea typeface="ＭＳ Ｐゴシック" panose="020B0600070205080204" pitchFamily="34" charset="-128"/>
              </a:defRPr>
            </a:lvl1pPr>
            <a:lvl2pPr marL="742950" indent="-285750" defTabSz="917575">
              <a:defRPr sz="2400" b="1">
                <a:solidFill>
                  <a:schemeClr val="tx1"/>
                </a:solidFill>
                <a:latin typeface="Arial" panose="020B0604020202020204" pitchFamily="34" charset="0"/>
                <a:ea typeface="ＭＳ Ｐゴシック" panose="020B0600070205080204" pitchFamily="34" charset="-128"/>
              </a:defRPr>
            </a:lvl2pPr>
            <a:lvl3pPr marL="1143000" indent="-228600" defTabSz="917575">
              <a:defRPr sz="2400" b="1">
                <a:solidFill>
                  <a:schemeClr val="tx1"/>
                </a:solidFill>
                <a:latin typeface="Arial" panose="020B0604020202020204" pitchFamily="34" charset="0"/>
                <a:ea typeface="ＭＳ Ｐゴシック" panose="020B0600070205080204" pitchFamily="34" charset="-128"/>
              </a:defRPr>
            </a:lvl3pPr>
            <a:lvl4pPr marL="1600200" indent="-228600" defTabSz="917575">
              <a:defRPr sz="2400" b="1">
                <a:solidFill>
                  <a:schemeClr val="tx1"/>
                </a:solidFill>
                <a:latin typeface="Arial" panose="020B0604020202020204" pitchFamily="34" charset="0"/>
                <a:ea typeface="ＭＳ Ｐゴシック" panose="020B0600070205080204" pitchFamily="34" charset="-128"/>
              </a:defRPr>
            </a:lvl4pPr>
            <a:lvl5pPr marL="2057400" indent="-228600" defTabSz="917575">
              <a:defRPr sz="2400" b="1">
                <a:solidFill>
                  <a:schemeClr val="tx1"/>
                </a:solidFill>
                <a:latin typeface="Arial" panose="020B0604020202020204" pitchFamily="34" charset="0"/>
                <a:ea typeface="ＭＳ Ｐゴシック" panose="020B0600070205080204" pitchFamily="34" charset="-128"/>
              </a:defRPr>
            </a:lvl5pPr>
            <a:lvl6pPr marL="25146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5736BEB3-9876-CE48-B1A7-5D8BDC6AA203}" type="slidenum">
              <a:rPr lang="en-US" altLang="en-US" sz="1200" b="0"/>
              <a:pPr/>
              <a:t>45</a:t>
            </a:fld>
            <a:endParaRPr lang="en-US" altLang="en-US" sz="1200" b="0"/>
          </a:p>
        </p:txBody>
      </p:sp>
      <p:sp>
        <p:nvSpPr>
          <p:cNvPr id="84994" name="Rectangle 2">
            <a:extLst>
              <a:ext uri="{FF2B5EF4-FFF2-40B4-BE49-F238E27FC236}">
                <a16:creationId xmlns:a16="http://schemas.microsoft.com/office/drawing/2014/main" id="{2A628BB3-B916-6B41-A09E-294235F6B99E}"/>
              </a:ext>
            </a:extLst>
          </p:cNvPr>
          <p:cNvSpPr>
            <a:spLocks noGrp="1" noRot="1" noChangeAspect="1" noChangeArrowheads="1" noTextEdit="1"/>
          </p:cNvSpPr>
          <p:nvPr>
            <p:ph type="sldImg"/>
          </p:nvPr>
        </p:nvSpPr>
        <p:spPr>
          <a:xfrm>
            <a:off x="2312988" y="514350"/>
            <a:ext cx="4572000" cy="2571750"/>
          </a:xfrm>
          <a:ln/>
        </p:spPr>
      </p:sp>
      <p:sp>
        <p:nvSpPr>
          <p:cNvPr id="84995" name="Rectangle 3">
            <a:extLst>
              <a:ext uri="{FF2B5EF4-FFF2-40B4-BE49-F238E27FC236}">
                <a16:creationId xmlns:a16="http://schemas.microsoft.com/office/drawing/2014/main" id="{99E0F535-9C0B-2F4A-8425-D08403A9843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F468AE57-9168-7B46-BB0D-0B9E1A617E4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7575">
              <a:defRPr sz="2400" b="1">
                <a:solidFill>
                  <a:schemeClr val="tx1"/>
                </a:solidFill>
                <a:latin typeface="Arial" panose="020B0604020202020204" pitchFamily="34" charset="0"/>
                <a:ea typeface="ＭＳ Ｐゴシック" panose="020B0600070205080204" pitchFamily="34" charset="-128"/>
              </a:defRPr>
            </a:lvl1pPr>
            <a:lvl2pPr marL="742950" indent="-285750" defTabSz="917575">
              <a:defRPr sz="2400" b="1">
                <a:solidFill>
                  <a:schemeClr val="tx1"/>
                </a:solidFill>
                <a:latin typeface="Arial" panose="020B0604020202020204" pitchFamily="34" charset="0"/>
                <a:ea typeface="ＭＳ Ｐゴシック" panose="020B0600070205080204" pitchFamily="34" charset="-128"/>
              </a:defRPr>
            </a:lvl2pPr>
            <a:lvl3pPr marL="1143000" indent="-228600" defTabSz="917575">
              <a:defRPr sz="2400" b="1">
                <a:solidFill>
                  <a:schemeClr val="tx1"/>
                </a:solidFill>
                <a:latin typeface="Arial" panose="020B0604020202020204" pitchFamily="34" charset="0"/>
                <a:ea typeface="ＭＳ Ｐゴシック" panose="020B0600070205080204" pitchFamily="34" charset="-128"/>
              </a:defRPr>
            </a:lvl3pPr>
            <a:lvl4pPr marL="1600200" indent="-228600" defTabSz="917575">
              <a:defRPr sz="2400" b="1">
                <a:solidFill>
                  <a:schemeClr val="tx1"/>
                </a:solidFill>
                <a:latin typeface="Arial" panose="020B0604020202020204" pitchFamily="34" charset="0"/>
                <a:ea typeface="ＭＳ Ｐゴシック" panose="020B0600070205080204" pitchFamily="34" charset="-128"/>
              </a:defRPr>
            </a:lvl4pPr>
            <a:lvl5pPr marL="2057400" indent="-228600" defTabSz="917575">
              <a:defRPr sz="2400" b="1">
                <a:solidFill>
                  <a:schemeClr val="tx1"/>
                </a:solidFill>
                <a:latin typeface="Arial" panose="020B0604020202020204" pitchFamily="34" charset="0"/>
                <a:ea typeface="ＭＳ Ｐゴシック" panose="020B0600070205080204" pitchFamily="34" charset="-128"/>
              </a:defRPr>
            </a:lvl5pPr>
            <a:lvl6pPr marL="25146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748AE200-3931-EF4A-8E03-9E3946C2D300}" type="slidenum">
              <a:rPr lang="en-US" altLang="en-US" sz="1200" b="0"/>
              <a:pPr/>
              <a:t>46</a:t>
            </a:fld>
            <a:endParaRPr lang="en-US" altLang="en-US" sz="1200" b="0"/>
          </a:p>
        </p:txBody>
      </p:sp>
      <p:sp>
        <p:nvSpPr>
          <p:cNvPr id="65538" name="Rectangle 2">
            <a:extLst>
              <a:ext uri="{FF2B5EF4-FFF2-40B4-BE49-F238E27FC236}">
                <a16:creationId xmlns:a16="http://schemas.microsoft.com/office/drawing/2014/main" id="{F7333D39-6FBD-334A-9EE4-778E0A3362FD}"/>
              </a:ext>
            </a:extLst>
          </p:cNvPr>
          <p:cNvSpPr>
            <a:spLocks noGrp="1" noRot="1" noChangeAspect="1" noChangeArrowheads="1" noTextEdit="1"/>
          </p:cNvSpPr>
          <p:nvPr>
            <p:ph type="sldImg"/>
          </p:nvPr>
        </p:nvSpPr>
        <p:spPr>
          <a:xfrm>
            <a:off x="2312988" y="514350"/>
            <a:ext cx="4572000" cy="2571750"/>
          </a:xfrm>
          <a:ln/>
        </p:spPr>
      </p:sp>
      <p:sp>
        <p:nvSpPr>
          <p:cNvPr id="65539" name="Rectangle 3">
            <a:extLst>
              <a:ext uri="{FF2B5EF4-FFF2-40B4-BE49-F238E27FC236}">
                <a16:creationId xmlns:a16="http://schemas.microsoft.com/office/drawing/2014/main" id="{5911B09A-E048-D246-BE53-696182BDCAA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10516329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7">
            <a:extLst>
              <a:ext uri="{FF2B5EF4-FFF2-40B4-BE49-F238E27FC236}">
                <a16:creationId xmlns:a16="http://schemas.microsoft.com/office/drawing/2014/main" id="{8BBB1475-F011-B649-86E5-B9ED33F3B3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7575">
              <a:defRPr sz="2400" b="1">
                <a:solidFill>
                  <a:schemeClr val="tx1"/>
                </a:solidFill>
                <a:latin typeface="Arial" panose="020B0604020202020204" pitchFamily="34" charset="0"/>
                <a:ea typeface="ＭＳ Ｐゴシック" panose="020B0600070205080204" pitchFamily="34" charset="-128"/>
              </a:defRPr>
            </a:lvl1pPr>
            <a:lvl2pPr marL="742950" indent="-285750" defTabSz="917575">
              <a:defRPr sz="2400" b="1">
                <a:solidFill>
                  <a:schemeClr val="tx1"/>
                </a:solidFill>
                <a:latin typeface="Arial" panose="020B0604020202020204" pitchFamily="34" charset="0"/>
                <a:ea typeface="ＭＳ Ｐゴシック" panose="020B0600070205080204" pitchFamily="34" charset="-128"/>
              </a:defRPr>
            </a:lvl2pPr>
            <a:lvl3pPr marL="1143000" indent="-228600" defTabSz="917575">
              <a:defRPr sz="2400" b="1">
                <a:solidFill>
                  <a:schemeClr val="tx1"/>
                </a:solidFill>
                <a:latin typeface="Arial" panose="020B0604020202020204" pitchFamily="34" charset="0"/>
                <a:ea typeface="ＭＳ Ｐゴシック" panose="020B0600070205080204" pitchFamily="34" charset="-128"/>
              </a:defRPr>
            </a:lvl3pPr>
            <a:lvl4pPr marL="1600200" indent="-228600" defTabSz="917575">
              <a:defRPr sz="2400" b="1">
                <a:solidFill>
                  <a:schemeClr val="tx1"/>
                </a:solidFill>
                <a:latin typeface="Arial" panose="020B0604020202020204" pitchFamily="34" charset="0"/>
                <a:ea typeface="ＭＳ Ｐゴシック" panose="020B0600070205080204" pitchFamily="34" charset="-128"/>
              </a:defRPr>
            </a:lvl4pPr>
            <a:lvl5pPr marL="2057400" indent="-228600" defTabSz="917575">
              <a:defRPr sz="2400" b="1">
                <a:solidFill>
                  <a:schemeClr val="tx1"/>
                </a:solidFill>
                <a:latin typeface="Arial" panose="020B0604020202020204" pitchFamily="34" charset="0"/>
                <a:ea typeface="ＭＳ Ｐゴシック" panose="020B0600070205080204" pitchFamily="34" charset="-128"/>
              </a:defRPr>
            </a:lvl5pPr>
            <a:lvl6pPr marL="25146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1F4FED0D-2F3D-E04E-91DA-ECD04D4F981A}" type="slidenum">
              <a:rPr lang="en-US" altLang="en-US" sz="1200" b="0"/>
              <a:pPr/>
              <a:t>47</a:t>
            </a:fld>
            <a:endParaRPr lang="en-US" altLang="en-US" sz="1200" b="0"/>
          </a:p>
        </p:txBody>
      </p:sp>
      <p:sp>
        <p:nvSpPr>
          <p:cNvPr id="89090" name="Rectangle 2">
            <a:extLst>
              <a:ext uri="{FF2B5EF4-FFF2-40B4-BE49-F238E27FC236}">
                <a16:creationId xmlns:a16="http://schemas.microsoft.com/office/drawing/2014/main" id="{F8C9F739-CDF5-7445-BBE5-1942A2FB886D}"/>
              </a:ext>
            </a:extLst>
          </p:cNvPr>
          <p:cNvSpPr>
            <a:spLocks noGrp="1" noRot="1" noChangeAspect="1" noChangeArrowheads="1" noTextEdit="1"/>
          </p:cNvSpPr>
          <p:nvPr>
            <p:ph type="sldImg"/>
          </p:nvPr>
        </p:nvSpPr>
        <p:spPr>
          <a:xfrm>
            <a:off x="2312988" y="514350"/>
            <a:ext cx="4572000" cy="2571750"/>
          </a:xfrm>
          <a:ln/>
        </p:spPr>
      </p:sp>
      <p:sp>
        <p:nvSpPr>
          <p:cNvPr id="89091" name="Rectangle 3">
            <a:extLst>
              <a:ext uri="{FF2B5EF4-FFF2-40B4-BE49-F238E27FC236}">
                <a16:creationId xmlns:a16="http://schemas.microsoft.com/office/drawing/2014/main" id="{B1064034-7DED-A24A-A437-6A8F45D6E8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67">
            <a:extLst>
              <a:ext uri="{FF2B5EF4-FFF2-40B4-BE49-F238E27FC236}">
                <a16:creationId xmlns:a16="http://schemas.microsoft.com/office/drawing/2014/main" id="{93D1BA4A-98DE-0146-BF19-34214936B1AD}"/>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70">
            <a:extLst>
              <a:ext uri="{FF2B5EF4-FFF2-40B4-BE49-F238E27FC236}">
                <a16:creationId xmlns:a16="http://schemas.microsoft.com/office/drawing/2014/main" id="{070E483B-B754-F542-A82E-4D6BBA29AD9E}"/>
              </a:ext>
            </a:extLst>
          </p:cNvPr>
          <p:cNvSpPr>
            <a:spLocks noGrp="1" noChangeArrowheads="1"/>
          </p:cNvSpPr>
          <p:nvPr>
            <p:ph type="sldNum" sz="quarter" idx="11"/>
          </p:nvPr>
        </p:nvSpPr>
        <p:spPr>
          <a:ln/>
        </p:spPr>
        <p:txBody>
          <a:bodyPr/>
          <a:lstStyle>
            <a:lvl1pPr>
              <a:defRPr/>
            </a:lvl1pPr>
          </a:lstStyle>
          <a:p>
            <a:fld id="{0950AC74-72E9-5844-AC8F-2527A0FD5066}" type="slidenum">
              <a:rPr lang="en-US" altLang="en-US"/>
              <a:pPr/>
              <a:t>‹#›</a:t>
            </a:fld>
            <a:endParaRPr lang="en-US" altLang="en-US"/>
          </a:p>
        </p:txBody>
      </p:sp>
    </p:spTree>
    <p:extLst>
      <p:ext uri="{BB962C8B-B14F-4D97-AF65-F5344CB8AC3E}">
        <p14:creationId xmlns:p14="http://schemas.microsoft.com/office/powerpoint/2010/main" val="2470112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7">
            <a:extLst>
              <a:ext uri="{FF2B5EF4-FFF2-40B4-BE49-F238E27FC236}">
                <a16:creationId xmlns:a16="http://schemas.microsoft.com/office/drawing/2014/main" id="{00E1B1D1-C7A4-DF49-B334-10C128807833}"/>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70">
            <a:extLst>
              <a:ext uri="{FF2B5EF4-FFF2-40B4-BE49-F238E27FC236}">
                <a16:creationId xmlns:a16="http://schemas.microsoft.com/office/drawing/2014/main" id="{F4B76B80-9531-5548-B4A0-5AD453EBDF3A}"/>
              </a:ext>
            </a:extLst>
          </p:cNvPr>
          <p:cNvSpPr>
            <a:spLocks noGrp="1" noChangeArrowheads="1"/>
          </p:cNvSpPr>
          <p:nvPr>
            <p:ph type="sldNum" sz="quarter" idx="11"/>
          </p:nvPr>
        </p:nvSpPr>
        <p:spPr>
          <a:ln/>
        </p:spPr>
        <p:txBody>
          <a:bodyPr/>
          <a:lstStyle>
            <a:lvl1pPr>
              <a:defRPr/>
            </a:lvl1pPr>
          </a:lstStyle>
          <a:p>
            <a:fld id="{D32372A0-25C2-1443-BE5B-7B5424CDC0D7}" type="slidenum">
              <a:rPr lang="en-US" altLang="en-US"/>
              <a:pPr/>
              <a:t>‹#›</a:t>
            </a:fld>
            <a:endParaRPr lang="en-US" altLang="en-US"/>
          </a:p>
        </p:txBody>
      </p:sp>
    </p:spTree>
    <p:extLst>
      <p:ext uri="{BB962C8B-B14F-4D97-AF65-F5344CB8AC3E}">
        <p14:creationId xmlns:p14="http://schemas.microsoft.com/office/powerpoint/2010/main" val="21999929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7">
            <a:extLst>
              <a:ext uri="{FF2B5EF4-FFF2-40B4-BE49-F238E27FC236}">
                <a16:creationId xmlns:a16="http://schemas.microsoft.com/office/drawing/2014/main" id="{215937BC-BE5E-D845-BCFC-59D5BBD4F1E3}"/>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70">
            <a:extLst>
              <a:ext uri="{FF2B5EF4-FFF2-40B4-BE49-F238E27FC236}">
                <a16:creationId xmlns:a16="http://schemas.microsoft.com/office/drawing/2014/main" id="{125E864E-510E-614C-B887-FBAE895AA620}"/>
              </a:ext>
            </a:extLst>
          </p:cNvPr>
          <p:cNvSpPr>
            <a:spLocks noGrp="1" noChangeArrowheads="1"/>
          </p:cNvSpPr>
          <p:nvPr>
            <p:ph type="sldNum" sz="quarter" idx="11"/>
          </p:nvPr>
        </p:nvSpPr>
        <p:spPr>
          <a:ln/>
        </p:spPr>
        <p:txBody>
          <a:bodyPr/>
          <a:lstStyle>
            <a:lvl1pPr>
              <a:defRPr/>
            </a:lvl1pPr>
          </a:lstStyle>
          <a:p>
            <a:fld id="{A8DF5289-7D45-174A-BBAB-57E66B8E2F4A}" type="slidenum">
              <a:rPr lang="en-US" altLang="en-US"/>
              <a:pPr/>
              <a:t>‹#›</a:t>
            </a:fld>
            <a:endParaRPr lang="en-US" altLang="en-US"/>
          </a:p>
        </p:txBody>
      </p:sp>
    </p:spTree>
    <p:extLst>
      <p:ext uri="{BB962C8B-B14F-4D97-AF65-F5344CB8AC3E}">
        <p14:creationId xmlns:p14="http://schemas.microsoft.com/office/powerpoint/2010/main" val="3186293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78933" y="1460501"/>
            <a:ext cx="5080000" cy="47418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62133" y="1460501"/>
            <a:ext cx="5080000" cy="47418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7">
            <a:extLst>
              <a:ext uri="{FF2B5EF4-FFF2-40B4-BE49-F238E27FC236}">
                <a16:creationId xmlns:a16="http://schemas.microsoft.com/office/drawing/2014/main" id="{4A11512E-2C5B-C44B-8C08-33A6F54948D2}"/>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70">
            <a:extLst>
              <a:ext uri="{FF2B5EF4-FFF2-40B4-BE49-F238E27FC236}">
                <a16:creationId xmlns:a16="http://schemas.microsoft.com/office/drawing/2014/main" id="{A340F719-E838-FE4E-B318-D8AA6E2ADC96}"/>
              </a:ext>
            </a:extLst>
          </p:cNvPr>
          <p:cNvSpPr>
            <a:spLocks noGrp="1" noChangeArrowheads="1"/>
          </p:cNvSpPr>
          <p:nvPr>
            <p:ph type="sldNum" sz="quarter" idx="11"/>
          </p:nvPr>
        </p:nvSpPr>
        <p:spPr>
          <a:ln/>
        </p:spPr>
        <p:txBody>
          <a:bodyPr/>
          <a:lstStyle>
            <a:lvl1pPr>
              <a:defRPr/>
            </a:lvl1pPr>
          </a:lstStyle>
          <a:p>
            <a:fld id="{DDC08D29-E3C4-5341-B950-68EBB8232585}" type="slidenum">
              <a:rPr lang="en-US" altLang="en-US"/>
              <a:pPr/>
              <a:t>‹#›</a:t>
            </a:fld>
            <a:endParaRPr lang="en-US" altLang="en-US"/>
          </a:p>
        </p:txBody>
      </p:sp>
    </p:spTree>
    <p:extLst>
      <p:ext uri="{BB962C8B-B14F-4D97-AF65-F5344CB8AC3E}">
        <p14:creationId xmlns:p14="http://schemas.microsoft.com/office/powerpoint/2010/main" val="26356869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7">
            <a:extLst>
              <a:ext uri="{FF2B5EF4-FFF2-40B4-BE49-F238E27FC236}">
                <a16:creationId xmlns:a16="http://schemas.microsoft.com/office/drawing/2014/main" id="{EF626A6A-CEA8-4442-A0F6-E58FA03262D9}"/>
              </a:ext>
            </a:extLst>
          </p:cNvPr>
          <p:cNvSpPr>
            <a:spLocks noGrp="1" noChangeArrowheads="1"/>
          </p:cNvSpPr>
          <p:nvPr>
            <p:ph type="ftr" sz="quarter" idx="10"/>
          </p:nvPr>
        </p:nvSpPr>
        <p:spPr>
          <a:ln/>
        </p:spPr>
        <p:txBody>
          <a:bodyPr/>
          <a:lstStyle>
            <a:lvl1pPr>
              <a:defRPr/>
            </a:lvl1pPr>
          </a:lstStyle>
          <a:p>
            <a:pPr>
              <a:defRPr/>
            </a:pPr>
            <a:endParaRPr lang="en-US"/>
          </a:p>
        </p:txBody>
      </p:sp>
      <p:sp>
        <p:nvSpPr>
          <p:cNvPr id="8" name="Rectangle 70">
            <a:extLst>
              <a:ext uri="{FF2B5EF4-FFF2-40B4-BE49-F238E27FC236}">
                <a16:creationId xmlns:a16="http://schemas.microsoft.com/office/drawing/2014/main" id="{A73613A4-CB1E-B649-8DCF-4558FF44CC49}"/>
              </a:ext>
            </a:extLst>
          </p:cNvPr>
          <p:cNvSpPr>
            <a:spLocks noGrp="1" noChangeArrowheads="1"/>
          </p:cNvSpPr>
          <p:nvPr>
            <p:ph type="sldNum" sz="quarter" idx="11"/>
          </p:nvPr>
        </p:nvSpPr>
        <p:spPr>
          <a:ln/>
        </p:spPr>
        <p:txBody>
          <a:bodyPr/>
          <a:lstStyle>
            <a:lvl1pPr>
              <a:defRPr/>
            </a:lvl1pPr>
          </a:lstStyle>
          <a:p>
            <a:fld id="{0CFD64D4-6A9B-C945-AA0F-7989DC5E5747}" type="slidenum">
              <a:rPr lang="en-US" altLang="en-US"/>
              <a:pPr/>
              <a:t>‹#›</a:t>
            </a:fld>
            <a:endParaRPr lang="en-US" altLang="en-US"/>
          </a:p>
        </p:txBody>
      </p:sp>
    </p:spTree>
    <p:extLst>
      <p:ext uri="{BB962C8B-B14F-4D97-AF65-F5344CB8AC3E}">
        <p14:creationId xmlns:p14="http://schemas.microsoft.com/office/powerpoint/2010/main" val="1596053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7">
            <a:extLst>
              <a:ext uri="{FF2B5EF4-FFF2-40B4-BE49-F238E27FC236}">
                <a16:creationId xmlns:a16="http://schemas.microsoft.com/office/drawing/2014/main" id="{0B8DA84F-E762-B443-86A0-286587C28867}"/>
              </a:ext>
            </a:extLst>
          </p:cNvPr>
          <p:cNvSpPr>
            <a:spLocks noGrp="1" noChangeArrowheads="1"/>
          </p:cNvSpPr>
          <p:nvPr>
            <p:ph type="ftr" sz="quarter" idx="10"/>
          </p:nvPr>
        </p:nvSpPr>
        <p:spPr>
          <a:ln/>
        </p:spPr>
        <p:txBody>
          <a:bodyPr/>
          <a:lstStyle>
            <a:lvl1pPr>
              <a:defRPr/>
            </a:lvl1pPr>
          </a:lstStyle>
          <a:p>
            <a:pPr>
              <a:defRPr/>
            </a:pPr>
            <a:endParaRPr lang="en-US"/>
          </a:p>
        </p:txBody>
      </p:sp>
      <p:sp>
        <p:nvSpPr>
          <p:cNvPr id="4" name="Rectangle 70">
            <a:extLst>
              <a:ext uri="{FF2B5EF4-FFF2-40B4-BE49-F238E27FC236}">
                <a16:creationId xmlns:a16="http://schemas.microsoft.com/office/drawing/2014/main" id="{0DEE15D4-A4B4-B94F-B1F8-61C42A7EB2D7}"/>
              </a:ext>
            </a:extLst>
          </p:cNvPr>
          <p:cNvSpPr>
            <a:spLocks noGrp="1" noChangeArrowheads="1"/>
          </p:cNvSpPr>
          <p:nvPr>
            <p:ph type="sldNum" sz="quarter" idx="11"/>
          </p:nvPr>
        </p:nvSpPr>
        <p:spPr>
          <a:ln/>
        </p:spPr>
        <p:txBody>
          <a:bodyPr/>
          <a:lstStyle>
            <a:lvl1pPr>
              <a:defRPr/>
            </a:lvl1pPr>
          </a:lstStyle>
          <a:p>
            <a:fld id="{BFDA07E7-4AC4-2742-93B7-1F201CD5F2EC}" type="slidenum">
              <a:rPr lang="en-US" altLang="en-US"/>
              <a:pPr/>
              <a:t>‹#›</a:t>
            </a:fld>
            <a:endParaRPr lang="en-US" altLang="en-US"/>
          </a:p>
        </p:txBody>
      </p:sp>
    </p:spTree>
    <p:extLst>
      <p:ext uri="{BB962C8B-B14F-4D97-AF65-F5344CB8AC3E}">
        <p14:creationId xmlns:p14="http://schemas.microsoft.com/office/powerpoint/2010/main" val="935804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7">
            <a:extLst>
              <a:ext uri="{FF2B5EF4-FFF2-40B4-BE49-F238E27FC236}">
                <a16:creationId xmlns:a16="http://schemas.microsoft.com/office/drawing/2014/main" id="{ABA88EF1-624F-6143-9B2E-CDAD9F3C45D1}"/>
              </a:ext>
            </a:extLst>
          </p:cNvPr>
          <p:cNvSpPr>
            <a:spLocks noGrp="1" noChangeArrowheads="1"/>
          </p:cNvSpPr>
          <p:nvPr>
            <p:ph type="ftr" sz="quarter" idx="10"/>
          </p:nvPr>
        </p:nvSpPr>
        <p:spPr>
          <a:ln/>
        </p:spPr>
        <p:txBody>
          <a:bodyPr/>
          <a:lstStyle>
            <a:lvl1pPr>
              <a:defRPr/>
            </a:lvl1pPr>
          </a:lstStyle>
          <a:p>
            <a:pPr>
              <a:defRPr/>
            </a:pPr>
            <a:endParaRPr lang="en-US"/>
          </a:p>
        </p:txBody>
      </p:sp>
      <p:sp>
        <p:nvSpPr>
          <p:cNvPr id="3" name="Rectangle 70">
            <a:extLst>
              <a:ext uri="{FF2B5EF4-FFF2-40B4-BE49-F238E27FC236}">
                <a16:creationId xmlns:a16="http://schemas.microsoft.com/office/drawing/2014/main" id="{CD131362-68C3-204B-AA6A-06E416B2F0DF}"/>
              </a:ext>
            </a:extLst>
          </p:cNvPr>
          <p:cNvSpPr>
            <a:spLocks noGrp="1" noChangeArrowheads="1"/>
          </p:cNvSpPr>
          <p:nvPr>
            <p:ph type="sldNum" sz="quarter" idx="11"/>
          </p:nvPr>
        </p:nvSpPr>
        <p:spPr>
          <a:ln/>
        </p:spPr>
        <p:txBody>
          <a:bodyPr/>
          <a:lstStyle>
            <a:lvl1pPr>
              <a:defRPr/>
            </a:lvl1pPr>
          </a:lstStyle>
          <a:p>
            <a:fld id="{3990D989-9566-A644-BE1A-69008BEE87C4}" type="slidenum">
              <a:rPr lang="en-US" altLang="en-US"/>
              <a:pPr/>
              <a:t>‹#›</a:t>
            </a:fld>
            <a:endParaRPr lang="en-US" altLang="en-US"/>
          </a:p>
        </p:txBody>
      </p:sp>
    </p:spTree>
    <p:extLst>
      <p:ext uri="{BB962C8B-B14F-4D97-AF65-F5344CB8AC3E}">
        <p14:creationId xmlns:p14="http://schemas.microsoft.com/office/powerpoint/2010/main" val="41299382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7">
            <a:extLst>
              <a:ext uri="{FF2B5EF4-FFF2-40B4-BE49-F238E27FC236}">
                <a16:creationId xmlns:a16="http://schemas.microsoft.com/office/drawing/2014/main" id="{DD40E200-75ED-2C45-8999-0599CE283522}"/>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70">
            <a:extLst>
              <a:ext uri="{FF2B5EF4-FFF2-40B4-BE49-F238E27FC236}">
                <a16:creationId xmlns:a16="http://schemas.microsoft.com/office/drawing/2014/main" id="{D7A0EB09-1520-624C-A70D-5B4E548112D6}"/>
              </a:ext>
            </a:extLst>
          </p:cNvPr>
          <p:cNvSpPr>
            <a:spLocks noGrp="1" noChangeArrowheads="1"/>
          </p:cNvSpPr>
          <p:nvPr>
            <p:ph type="sldNum" sz="quarter" idx="11"/>
          </p:nvPr>
        </p:nvSpPr>
        <p:spPr>
          <a:ln/>
        </p:spPr>
        <p:txBody>
          <a:bodyPr/>
          <a:lstStyle>
            <a:lvl1pPr>
              <a:defRPr/>
            </a:lvl1pPr>
          </a:lstStyle>
          <a:p>
            <a:fld id="{D25387CF-4ACF-3546-A244-DE3B16390AAB}" type="slidenum">
              <a:rPr lang="en-US" altLang="en-US"/>
              <a:pPr/>
              <a:t>‹#›</a:t>
            </a:fld>
            <a:endParaRPr lang="en-US" altLang="en-US"/>
          </a:p>
        </p:txBody>
      </p:sp>
    </p:spTree>
    <p:extLst>
      <p:ext uri="{BB962C8B-B14F-4D97-AF65-F5344CB8AC3E}">
        <p14:creationId xmlns:p14="http://schemas.microsoft.com/office/powerpoint/2010/main" val="586518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7">
            <a:extLst>
              <a:ext uri="{FF2B5EF4-FFF2-40B4-BE49-F238E27FC236}">
                <a16:creationId xmlns:a16="http://schemas.microsoft.com/office/drawing/2014/main" id="{E8F6F81D-66AC-6841-A102-A2ABE96E897D}"/>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70">
            <a:extLst>
              <a:ext uri="{FF2B5EF4-FFF2-40B4-BE49-F238E27FC236}">
                <a16:creationId xmlns:a16="http://schemas.microsoft.com/office/drawing/2014/main" id="{6471EADD-0A40-D941-BC26-1CFB6FE8509B}"/>
              </a:ext>
            </a:extLst>
          </p:cNvPr>
          <p:cNvSpPr>
            <a:spLocks noGrp="1" noChangeArrowheads="1"/>
          </p:cNvSpPr>
          <p:nvPr>
            <p:ph type="sldNum" sz="quarter" idx="11"/>
          </p:nvPr>
        </p:nvSpPr>
        <p:spPr>
          <a:ln/>
        </p:spPr>
        <p:txBody>
          <a:bodyPr/>
          <a:lstStyle>
            <a:lvl1pPr>
              <a:defRPr/>
            </a:lvl1pPr>
          </a:lstStyle>
          <a:p>
            <a:fld id="{A94E9136-D2A8-324A-9694-BFA82717CCD5}" type="slidenum">
              <a:rPr lang="en-US" altLang="en-US"/>
              <a:pPr/>
              <a:t>‹#›</a:t>
            </a:fld>
            <a:endParaRPr lang="en-US" altLang="en-US"/>
          </a:p>
        </p:txBody>
      </p:sp>
    </p:spTree>
    <p:extLst>
      <p:ext uri="{BB962C8B-B14F-4D97-AF65-F5344CB8AC3E}">
        <p14:creationId xmlns:p14="http://schemas.microsoft.com/office/powerpoint/2010/main" val="41984756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7">
            <a:extLst>
              <a:ext uri="{FF2B5EF4-FFF2-40B4-BE49-F238E27FC236}">
                <a16:creationId xmlns:a16="http://schemas.microsoft.com/office/drawing/2014/main" id="{2243ECCE-B825-8943-A1A1-432D49D9805F}"/>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70">
            <a:extLst>
              <a:ext uri="{FF2B5EF4-FFF2-40B4-BE49-F238E27FC236}">
                <a16:creationId xmlns:a16="http://schemas.microsoft.com/office/drawing/2014/main" id="{A5997E6C-8BD9-1445-8E2A-11817D0F22AE}"/>
              </a:ext>
            </a:extLst>
          </p:cNvPr>
          <p:cNvSpPr>
            <a:spLocks noGrp="1" noChangeArrowheads="1"/>
          </p:cNvSpPr>
          <p:nvPr>
            <p:ph type="sldNum" sz="quarter" idx="11"/>
          </p:nvPr>
        </p:nvSpPr>
        <p:spPr>
          <a:ln/>
        </p:spPr>
        <p:txBody>
          <a:bodyPr/>
          <a:lstStyle>
            <a:lvl1pPr>
              <a:defRPr/>
            </a:lvl1pPr>
          </a:lstStyle>
          <a:p>
            <a:fld id="{22B99E44-C3A7-9F47-BD5E-66B54B15734E}" type="slidenum">
              <a:rPr lang="en-US" altLang="en-US"/>
              <a:pPr/>
              <a:t>‹#›</a:t>
            </a:fld>
            <a:endParaRPr lang="en-US" altLang="en-US"/>
          </a:p>
        </p:txBody>
      </p:sp>
    </p:spTree>
    <p:extLst>
      <p:ext uri="{BB962C8B-B14F-4D97-AF65-F5344CB8AC3E}">
        <p14:creationId xmlns:p14="http://schemas.microsoft.com/office/powerpoint/2010/main" val="2890500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551333" y="142875"/>
            <a:ext cx="2590800" cy="60594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78933" y="142875"/>
            <a:ext cx="7569200" cy="60594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7">
            <a:extLst>
              <a:ext uri="{FF2B5EF4-FFF2-40B4-BE49-F238E27FC236}">
                <a16:creationId xmlns:a16="http://schemas.microsoft.com/office/drawing/2014/main" id="{1289EC1C-4D87-6042-9558-31DFBAED26DF}"/>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70">
            <a:extLst>
              <a:ext uri="{FF2B5EF4-FFF2-40B4-BE49-F238E27FC236}">
                <a16:creationId xmlns:a16="http://schemas.microsoft.com/office/drawing/2014/main" id="{35E9A397-6AAE-9844-AF8A-6E25B1F880B4}"/>
              </a:ext>
            </a:extLst>
          </p:cNvPr>
          <p:cNvSpPr>
            <a:spLocks noGrp="1" noChangeArrowheads="1"/>
          </p:cNvSpPr>
          <p:nvPr>
            <p:ph type="sldNum" sz="quarter" idx="11"/>
          </p:nvPr>
        </p:nvSpPr>
        <p:spPr>
          <a:ln/>
        </p:spPr>
        <p:txBody>
          <a:bodyPr/>
          <a:lstStyle>
            <a:lvl1pPr>
              <a:defRPr/>
            </a:lvl1pPr>
          </a:lstStyle>
          <a:p>
            <a:fld id="{86A38E07-0F04-C94E-B07C-3C45005CC6D7}" type="slidenum">
              <a:rPr lang="en-US" altLang="en-US"/>
              <a:pPr/>
              <a:t>‹#›</a:t>
            </a:fld>
            <a:endParaRPr lang="en-US" altLang="en-US"/>
          </a:p>
        </p:txBody>
      </p:sp>
    </p:spTree>
    <p:extLst>
      <p:ext uri="{BB962C8B-B14F-4D97-AF65-F5344CB8AC3E}">
        <p14:creationId xmlns:p14="http://schemas.microsoft.com/office/powerpoint/2010/main" val="13201021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1301751" y="142875"/>
            <a:ext cx="9711267" cy="801688"/>
          </a:xfrm>
        </p:spPr>
        <p:txBody>
          <a:bodyPr/>
          <a:lstStyle/>
          <a:p>
            <a:r>
              <a:rPr lang="en-US"/>
              <a:t>Click to edit Master title style</a:t>
            </a:r>
          </a:p>
        </p:txBody>
      </p:sp>
      <p:sp>
        <p:nvSpPr>
          <p:cNvPr id="3" name="Content Placeholder 2"/>
          <p:cNvSpPr>
            <a:spLocks noGrp="1"/>
          </p:cNvSpPr>
          <p:nvPr>
            <p:ph sz="half" idx="1"/>
          </p:nvPr>
        </p:nvSpPr>
        <p:spPr>
          <a:xfrm>
            <a:off x="778933" y="1460501"/>
            <a:ext cx="5080000" cy="4741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62133" y="1460501"/>
            <a:ext cx="5080000" cy="4741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7">
            <a:extLst>
              <a:ext uri="{FF2B5EF4-FFF2-40B4-BE49-F238E27FC236}">
                <a16:creationId xmlns:a16="http://schemas.microsoft.com/office/drawing/2014/main" id="{5EFF3784-A491-2546-95E2-B53BDE43CCD3}"/>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70">
            <a:extLst>
              <a:ext uri="{FF2B5EF4-FFF2-40B4-BE49-F238E27FC236}">
                <a16:creationId xmlns:a16="http://schemas.microsoft.com/office/drawing/2014/main" id="{5F94B31B-B345-D14F-B8BE-A63FB7EF4A1F}"/>
              </a:ext>
            </a:extLst>
          </p:cNvPr>
          <p:cNvSpPr>
            <a:spLocks noGrp="1" noChangeArrowheads="1"/>
          </p:cNvSpPr>
          <p:nvPr>
            <p:ph type="sldNum" sz="quarter" idx="11"/>
          </p:nvPr>
        </p:nvSpPr>
        <p:spPr>
          <a:ln/>
        </p:spPr>
        <p:txBody>
          <a:bodyPr/>
          <a:lstStyle>
            <a:lvl1pPr>
              <a:defRPr/>
            </a:lvl1pPr>
          </a:lstStyle>
          <a:p>
            <a:fld id="{09AC8598-5345-A949-919A-12C61C30689D}" type="slidenum">
              <a:rPr lang="en-US" altLang="en-US"/>
              <a:pPr/>
              <a:t>‹#›</a:t>
            </a:fld>
            <a:endParaRPr lang="en-US" altLang="en-US"/>
          </a:p>
        </p:txBody>
      </p:sp>
    </p:spTree>
    <p:extLst>
      <p:ext uri="{BB962C8B-B14F-4D97-AF65-F5344CB8AC3E}">
        <p14:creationId xmlns:p14="http://schemas.microsoft.com/office/powerpoint/2010/main" val="38646594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AndTx" preserve="1">
  <p:cSld name="Title, 2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1301751" y="142875"/>
            <a:ext cx="9711267" cy="801688"/>
          </a:xfrm>
        </p:spPr>
        <p:txBody>
          <a:bodyPr/>
          <a:lstStyle/>
          <a:p>
            <a:r>
              <a:rPr lang="en-US"/>
              <a:t>Click to edit Master title style</a:t>
            </a:r>
          </a:p>
        </p:txBody>
      </p:sp>
      <p:sp>
        <p:nvSpPr>
          <p:cNvPr id="3" name="Content Placeholder 2"/>
          <p:cNvSpPr>
            <a:spLocks noGrp="1"/>
          </p:cNvSpPr>
          <p:nvPr>
            <p:ph sz="quarter" idx="1"/>
          </p:nvPr>
        </p:nvSpPr>
        <p:spPr>
          <a:xfrm>
            <a:off x="778933" y="1460500"/>
            <a:ext cx="5080000" cy="229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778933" y="3906839"/>
            <a:ext cx="5080000" cy="2295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half" idx="3"/>
          </p:nvPr>
        </p:nvSpPr>
        <p:spPr>
          <a:xfrm>
            <a:off x="6062133" y="1460501"/>
            <a:ext cx="5080000" cy="4741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67">
            <a:extLst>
              <a:ext uri="{FF2B5EF4-FFF2-40B4-BE49-F238E27FC236}">
                <a16:creationId xmlns:a16="http://schemas.microsoft.com/office/drawing/2014/main" id="{38AC1464-89EE-EC41-8E7C-13FE4666266C}"/>
              </a:ext>
            </a:extLst>
          </p:cNvPr>
          <p:cNvSpPr>
            <a:spLocks noGrp="1" noChangeArrowheads="1"/>
          </p:cNvSpPr>
          <p:nvPr>
            <p:ph type="ftr" sz="quarter" idx="10"/>
          </p:nvPr>
        </p:nvSpPr>
        <p:spPr>
          <a:ln/>
        </p:spPr>
        <p:txBody>
          <a:bodyPr/>
          <a:lstStyle>
            <a:lvl1pPr>
              <a:defRPr/>
            </a:lvl1pPr>
          </a:lstStyle>
          <a:p>
            <a:pPr>
              <a:defRPr/>
            </a:pPr>
            <a:endParaRPr lang="en-US"/>
          </a:p>
        </p:txBody>
      </p:sp>
      <p:sp>
        <p:nvSpPr>
          <p:cNvPr id="7" name="Rectangle 70">
            <a:extLst>
              <a:ext uri="{FF2B5EF4-FFF2-40B4-BE49-F238E27FC236}">
                <a16:creationId xmlns:a16="http://schemas.microsoft.com/office/drawing/2014/main" id="{5BF07306-A2CB-3243-8F9D-7A59AD960DCD}"/>
              </a:ext>
            </a:extLst>
          </p:cNvPr>
          <p:cNvSpPr>
            <a:spLocks noGrp="1" noChangeArrowheads="1"/>
          </p:cNvSpPr>
          <p:nvPr>
            <p:ph type="sldNum" sz="quarter" idx="11"/>
          </p:nvPr>
        </p:nvSpPr>
        <p:spPr>
          <a:ln/>
        </p:spPr>
        <p:txBody>
          <a:bodyPr/>
          <a:lstStyle>
            <a:lvl1pPr>
              <a:defRPr/>
            </a:lvl1pPr>
          </a:lstStyle>
          <a:p>
            <a:fld id="{0DF4B6E3-8A71-B140-9267-97D4BA205A6A}" type="slidenum">
              <a:rPr lang="en-US" altLang="en-US"/>
              <a:pPr/>
              <a:t>‹#›</a:t>
            </a:fld>
            <a:endParaRPr lang="en-US" altLang="en-US"/>
          </a:p>
        </p:txBody>
      </p:sp>
    </p:spTree>
    <p:extLst>
      <p:ext uri="{BB962C8B-B14F-4D97-AF65-F5344CB8AC3E}">
        <p14:creationId xmlns:p14="http://schemas.microsoft.com/office/powerpoint/2010/main" val="42939092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1301751" y="142875"/>
            <a:ext cx="9711267" cy="801688"/>
          </a:xfrm>
        </p:spPr>
        <p:txBody>
          <a:bodyPr/>
          <a:lstStyle/>
          <a:p>
            <a:r>
              <a:rPr lang="en-US"/>
              <a:t>Click to edit Master title style</a:t>
            </a:r>
          </a:p>
        </p:txBody>
      </p:sp>
      <p:sp>
        <p:nvSpPr>
          <p:cNvPr id="3" name="Chart Placeholder 2"/>
          <p:cNvSpPr>
            <a:spLocks noGrp="1"/>
          </p:cNvSpPr>
          <p:nvPr>
            <p:ph type="chart" idx="1"/>
          </p:nvPr>
        </p:nvSpPr>
        <p:spPr>
          <a:xfrm>
            <a:off x="778933" y="1460501"/>
            <a:ext cx="10363200" cy="4741863"/>
          </a:xfrm>
        </p:spPr>
        <p:txBody>
          <a:bodyPr/>
          <a:lstStyle/>
          <a:p>
            <a:pPr lvl="0"/>
            <a:endParaRPr lang="en-US" noProof="0"/>
          </a:p>
        </p:txBody>
      </p:sp>
      <p:sp>
        <p:nvSpPr>
          <p:cNvPr id="4" name="Rectangle 67">
            <a:extLst>
              <a:ext uri="{FF2B5EF4-FFF2-40B4-BE49-F238E27FC236}">
                <a16:creationId xmlns:a16="http://schemas.microsoft.com/office/drawing/2014/main" id="{51A183F5-6DBB-AB46-921E-9B1DA76F9CB3}"/>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70">
            <a:extLst>
              <a:ext uri="{FF2B5EF4-FFF2-40B4-BE49-F238E27FC236}">
                <a16:creationId xmlns:a16="http://schemas.microsoft.com/office/drawing/2014/main" id="{54CB6A72-37C1-EC4D-895F-E95139FF9A4D}"/>
              </a:ext>
            </a:extLst>
          </p:cNvPr>
          <p:cNvSpPr>
            <a:spLocks noGrp="1" noChangeArrowheads="1"/>
          </p:cNvSpPr>
          <p:nvPr>
            <p:ph type="sldNum" sz="quarter" idx="11"/>
          </p:nvPr>
        </p:nvSpPr>
        <p:spPr>
          <a:ln/>
        </p:spPr>
        <p:txBody>
          <a:bodyPr/>
          <a:lstStyle>
            <a:lvl1pPr>
              <a:defRPr/>
            </a:lvl1pPr>
          </a:lstStyle>
          <a:p>
            <a:fld id="{B14315D2-FE31-7641-8C46-E11532C57EE4}" type="slidenum">
              <a:rPr lang="en-US" altLang="en-US"/>
              <a:pPr/>
              <a:t>‹#›</a:t>
            </a:fld>
            <a:endParaRPr lang="en-US" altLang="en-US"/>
          </a:p>
        </p:txBody>
      </p:sp>
    </p:spTree>
    <p:extLst>
      <p:ext uri="{BB962C8B-B14F-4D97-AF65-F5344CB8AC3E}">
        <p14:creationId xmlns:p14="http://schemas.microsoft.com/office/powerpoint/2010/main" val="38198742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OverTx" preserve="1">
  <p:cSld name="Title and 2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1301751" y="142875"/>
            <a:ext cx="9711267" cy="801688"/>
          </a:xfrm>
        </p:spPr>
        <p:txBody>
          <a:bodyPr/>
          <a:lstStyle/>
          <a:p>
            <a:r>
              <a:rPr lang="en-US"/>
              <a:t>Click to edit Master title style</a:t>
            </a:r>
          </a:p>
        </p:txBody>
      </p:sp>
      <p:sp>
        <p:nvSpPr>
          <p:cNvPr id="3" name="Content Placeholder 2"/>
          <p:cNvSpPr>
            <a:spLocks noGrp="1"/>
          </p:cNvSpPr>
          <p:nvPr>
            <p:ph sz="quarter" idx="1"/>
          </p:nvPr>
        </p:nvSpPr>
        <p:spPr>
          <a:xfrm>
            <a:off x="778933" y="1460500"/>
            <a:ext cx="5080000" cy="229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062133" y="1460500"/>
            <a:ext cx="5080000" cy="229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half" idx="3"/>
          </p:nvPr>
        </p:nvSpPr>
        <p:spPr>
          <a:xfrm>
            <a:off x="778933" y="3906839"/>
            <a:ext cx="10363200" cy="2295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67">
            <a:extLst>
              <a:ext uri="{FF2B5EF4-FFF2-40B4-BE49-F238E27FC236}">
                <a16:creationId xmlns:a16="http://schemas.microsoft.com/office/drawing/2014/main" id="{BAFE63F5-87F3-8C45-96A2-7EB90B75D8C3}"/>
              </a:ext>
            </a:extLst>
          </p:cNvPr>
          <p:cNvSpPr>
            <a:spLocks noGrp="1" noChangeArrowheads="1"/>
          </p:cNvSpPr>
          <p:nvPr>
            <p:ph type="ftr" sz="quarter" idx="10"/>
          </p:nvPr>
        </p:nvSpPr>
        <p:spPr>
          <a:ln/>
        </p:spPr>
        <p:txBody>
          <a:bodyPr/>
          <a:lstStyle>
            <a:lvl1pPr>
              <a:defRPr/>
            </a:lvl1pPr>
          </a:lstStyle>
          <a:p>
            <a:pPr>
              <a:defRPr/>
            </a:pPr>
            <a:endParaRPr lang="en-US"/>
          </a:p>
        </p:txBody>
      </p:sp>
      <p:sp>
        <p:nvSpPr>
          <p:cNvPr id="7" name="Rectangle 70">
            <a:extLst>
              <a:ext uri="{FF2B5EF4-FFF2-40B4-BE49-F238E27FC236}">
                <a16:creationId xmlns:a16="http://schemas.microsoft.com/office/drawing/2014/main" id="{76598A59-7AD1-5745-8CEA-380CB4B2F774}"/>
              </a:ext>
            </a:extLst>
          </p:cNvPr>
          <p:cNvSpPr>
            <a:spLocks noGrp="1" noChangeArrowheads="1"/>
          </p:cNvSpPr>
          <p:nvPr>
            <p:ph type="sldNum" sz="quarter" idx="11"/>
          </p:nvPr>
        </p:nvSpPr>
        <p:spPr>
          <a:ln/>
        </p:spPr>
        <p:txBody>
          <a:bodyPr/>
          <a:lstStyle>
            <a:lvl1pPr>
              <a:defRPr/>
            </a:lvl1pPr>
          </a:lstStyle>
          <a:p>
            <a:fld id="{C032FB18-BB76-744C-888C-BC2E76672BEA}" type="slidenum">
              <a:rPr lang="en-US" altLang="en-US"/>
              <a:pPr/>
              <a:t>‹#›</a:t>
            </a:fld>
            <a:endParaRPr lang="en-US" altLang="en-US"/>
          </a:p>
        </p:txBody>
      </p:sp>
    </p:spTree>
    <p:extLst>
      <p:ext uri="{BB962C8B-B14F-4D97-AF65-F5344CB8AC3E}">
        <p14:creationId xmlns:p14="http://schemas.microsoft.com/office/powerpoint/2010/main" val="41068888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4EE9EB4-3196-8B4C-B1C2-20A1A19B53AD}"/>
              </a:ext>
            </a:extLst>
          </p:cNvPr>
          <p:cNvSpPr>
            <a:spLocks noGrp="1" noChangeArrowheads="1"/>
          </p:cNvSpPr>
          <p:nvPr>
            <p:ph type="dt" sz="half" idx="10"/>
          </p:nvPr>
        </p:nvSpPr>
        <p:spPr>
          <a:xfrm>
            <a:off x="609600" y="6245225"/>
            <a:ext cx="2844800" cy="476250"/>
          </a:xfrm>
          <a:prstGeom prst="rect">
            <a:avLst/>
          </a:prstGeom>
        </p:spPr>
        <p:txBody>
          <a:bodyPr/>
          <a:lstStyle>
            <a:lvl1pPr>
              <a:defRPr>
                <a:latin typeface="Arial" pitchFamily="-105" charset="0"/>
                <a:ea typeface="ＭＳ Ｐゴシック" pitchFamily="-105" charset="-128"/>
                <a:cs typeface="ＭＳ Ｐゴシック" pitchFamily="-105" charset="-128"/>
              </a:defRPr>
            </a:lvl1pPr>
          </a:lstStyle>
          <a:p>
            <a:pPr>
              <a:defRPr/>
            </a:pPr>
            <a:endParaRPr lang="en-US"/>
          </a:p>
        </p:txBody>
      </p:sp>
      <p:sp>
        <p:nvSpPr>
          <p:cNvPr id="6" name="Footer Placeholder 5">
            <a:extLst>
              <a:ext uri="{FF2B5EF4-FFF2-40B4-BE49-F238E27FC236}">
                <a16:creationId xmlns:a16="http://schemas.microsoft.com/office/drawing/2014/main" id="{A1C6883D-5DE0-8742-9642-2E530D15A447}"/>
              </a:ext>
            </a:extLst>
          </p:cNvPr>
          <p:cNvSpPr>
            <a:spLocks noGrp="1" noChangeArrowheads="1"/>
          </p:cNvSpPr>
          <p:nvPr>
            <p:ph type="ftr" sz="quarter" idx="11"/>
          </p:nvPr>
        </p:nvSpPr>
        <p:spPr/>
        <p:txBody>
          <a:bodyPr/>
          <a:lstStyle>
            <a:lvl1pPr>
              <a:defRPr/>
            </a:lvl1pPr>
          </a:lstStyle>
          <a:p>
            <a:pPr>
              <a:defRPr/>
            </a:pPr>
            <a:endParaRPr lang="en-US"/>
          </a:p>
        </p:txBody>
      </p:sp>
      <p:sp>
        <p:nvSpPr>
          <p:cNvPr id="7" name="Slide Number Placeholder 6">
            <a:extLst>
              <a:ext uri="{FF2B5EF4-FFF2-40B4-BE49-F238E27FC236}">
                <a16:creationId xmlns:a16="http://schemas.microsoft.com/office/drawing/2014/main" id="{8E312D3D-DABD-6E48-A087-AC9CB0E5E808}"/>
              </a:ext>
            </a:extLst>
          </p:cNvPr>
          <p:cNvSpPr>
            <a:spLocks noGrp="1" noChangeArrowheads="1"/>
          </p:cNvSpPr>
          <p:nvPr>
            <p:ph type="sldNum" sz="quarter" idx="12"/>
          </p:nvPr>
        </p:nvSpPr>
        <p:spPr/>
        <p:txBody>
          <a:bodyPr/>
          <a:lstStyle>
            <a:lvl1pPr>
              <a:defRPr/>
            </a:lvl1pPr>
          </a:lstStyle>
          <a:p>
            <a:fld id="{DA5B9135-858D-C64C-9491-7CB318DE054D}" type="slidenum">
              <a:rPr lang="en-US" altLang="en-US"/>
              <a:pPr/>
              <a:t>‹#›</a:t>
            </a:fld>
            <a:endParaRPr lang="en-US" altLang="en-US"/>
          </a:p>
        </p:txBody>
      </p:sp>
    </p:spTree>
    <p:extLst>
      <p:ext uri="{BB962C8B-B14F-4D97-AF65-F5344CB8AC3E}">
        <p14:creationId xmlns:p14="http://schemas.microsoft.com/office/powerpoint/2010/main" val="41161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a:extLst>
              <a:ext uri="{FF2B5EF4-FFF2-40B4-BE49-F238E27FC236}">
                <a16:creationId xmlns:a16="http://schemas.microsoft.com/office/drawing/2014/main" id="{E66F6641-4514-5944-89D6-F233D18DEFE6}"/>
              </a:ext>
            </a:extLst>
          </p:cNvPr>
          <p:cNvSpPr>
            <a:spLocks noGrp="1" noChangeArrowheads="1"/>
          </p:cNvSpPr>
          <p:nvPr>
            <p:ph type="body" idx="1"/>
          </p:nvPr>
        </p:nvSpPr>
        <p:spPr bwMode="auto">
          <a:xfrm>
            <a:off x="778933" y="1460501"/>
            <a:ext cx="10363200" cy="474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7" name="Rectangle 2">
            <a:extLst>
              <a:ext uri="{FF2B5EF4-FFF2-40B4-BE49-F238E27FC236}">
                <a16:creationId xmlns:a16="http://schemas.microsoft.com/office/drawing/2014/main" id="{1A645BC8-D5F0-4C4D-BF78-C2B66402BC06}"/>
              </a:ext>
            </a:extLst>
          </p:cNvPr>
          <p:cNvSpPr>
            <a:spLocks noGrp="1" noChangeArrowheads="1"/>
          </p:cNvSpPr>
          <p:nvPr>
            <p:ph type="title"/>
          </p:nvPr>
        </p:nvSpPr>
        <p:spPr bwMode="auto">
          <a:xfrm>
            <a:off x="1301751" y="142875"/>
            <a:ext cx="9711267" cy="80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91" name="Rectangle 67">
            <a:extLst>
              <a:ext uri="{FF2B5EF4-FFF2-40B4-BE49-F238E27FC236}">
                <a16:creationId xmlns:a16="http://schemas.microsoft.com/office/drawing/2014/main" id="{FE6AE826-2808-6F49-BE9F-28D13F711299}"/>
              </a:ext>
            </a:extLst>
          </p:cNvPr>
          <p:cNvSpPr>
            <a:spLocks noGrp="1" noChangeArrowheads="1"/>
          </p:cNvSpPr>
          <p:nvPr>
            <p:ph type="ftr" sz="quarter" idx="3"/>
          </p:nvPr>
        </p:nvSpPr>
        <p:spPr bwMode="auto">
          <a:xfrm>
            <a:off x="3657600" y="64008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pitchFamily="-106" charset="0"/>
                <a:ea typeface="ＭＳ Ｐゴシック" pitchFamily="-106" charset="-128"/>
                <a:cs typeface="ＭＳ Ｐゴシック" pitchFamily="-106" charset="-128"/>
              </a:defRPr>
            </a:lvl1pPr>
          </a:lstStyle>
          <a:p>
            <a:pPr>
              <a:defRPr/>
            </a:pPr>
            <a:endParaRPr lang="en-US"/>
          </a:p>
        </p:txBody>
      </p:sp>
      <p:sp>
        <p:nvSpPr>
          <p:cNvPr id="1029" name="Text Box 69">
            <a:extLst>
              <a:ext uri="{FF2B5EF4-FFF2-40B4-BE49-F238E27FC236}">
                <a16:creationId xmlns:a16="http://schemas.microsoft.com/office/drawing/2014/main" id="{B8333CB4-3881-034B-8866-72F5F38103DD}"/>
              </a:ext>
            </a:extLst>
          </p:cNvPr>
          <p:cNvSpPr txBox="1">
            <a:spLocks noChangeArrowheads="1"/>
          </p:cNvSpPr>
          <p:nvPr userDrawn="1"/>
        </p:nvSpPr>
        <p:spPr bwMode="auto">
          <a:xfrm>
            <a:off x="11597218" y="6613526"/>
            <a:ext cx="594783"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charset="0"/>
                <a:ea typeface="ＭＳ Ｐゴシック" charset="0"/>
                <a:cs typeface="ＭＳ Ｐゴシック" charset="0"/>
              </a:defRPr>
            </a:lvl1pPr>
            <a:lvl2pPr marL="742950" indent="-285750">
              <a:defRPr sz="2400" b="1">
                <a:solidFill>
                  <a:schemeClr val="tx1"/>
                </a:solidFill>
                <a:latin typeface="Arial" charset="0"/>
                <a:ea typeface="ＭＳ Ｐゴシック" charset="0"/>
              </a:defRPr>
            </a:lvl2pPr>
            <a:lvl3pPr marL="1143000" indent="-228600">
              <a:defRPr sz="2400" b="1">
                <a:solidFill>
                  <a:schemeClr val="tx1"/>
                </a:solidFill>
                <a:latin typeface="Arial" charset="0"/>
                <a:ea typeface="ＭＳ Ｐゴシック" charset="0"/>
              </a:defRPr>
            </a:lvl3pPr>
            <a:lvl4pPr marL="1600200" indent="-228600">
              <a:defRPr sz="2400" b="1">
                <a:solidFill>
                  <a:schemeClr val="tx1"/>
                </a:solidFill>
                <a:latin typeface="Arial" charset="0"/>
                <a:ea typeface="ＭＳ Ｐゴシック" charset="0"/>
              </a:defRPr>
            </a:lvl4pPr>
            <a:lvl5pPr marL="2057400" indent="-228600">
              <a:defRPr sz="2400" b="1">
                <a:solidFill>
                  <a:schemeClr val="tx1"/>
                </a:solidFill>
                <a:latin typeface="Arial" charset="0"/>
                <a:ea typeface="ＭＳ Ｐゴシック" charset="0"/>
              </a:defRPr>
            </a:lvl5pPr>
            <a:lvl6pPr marL="2514600" indent="-228600" eaLnBrk="0" fontAlgn="base" hangingPunct="0">
              <a:spcBef>
                <a:spcPct val="0"/>
              </a:spcBef>
              <a:spcAft>
                <a:spcPct val="0"/>
              </a:spcAft>
              <a:defRPr sz="2400" b="1">
                <a:solidFill>
                  <a:schemeClr val="tx1"/>
                </a:solidFill>
                <a:latin typeface="Arial" charset="0"/>
                <a:ea typeface="ＭＳ Ｐゴシック" charset="0"/>
              </a:defRPr>
            </a:lvl6pPr>
            <a:lvl7pPr marL="2971800" indent="-228600" eaLnBrk="0" fontAlgn="base" hangingPunct="0">
              <a:spcBef>
                <a:spcPct val="0"/>
              </a:spcBef>
              <a:spcAft>
                <a:spcPct val="0"/>
              </a:spcAft>
              <a:defRPr sz="2400" b="1">
                <a:solidFill>
                  <a:schemeClr val="tx1"/>
                </a:solidFill>
                <a:latin typeface="Arial" charset="0"/>
                <a:ea typeface="ＭＳ Ｐゴシック" charset="0"/>
              </a:defRPr>
            </a:lvl7pPr>
            <a:lvl8pPr marL="3429000" indent="-228600" eaLnBrk="0" fontAlgn="base" hangingPunct="0">
              <a:spcBef>
                <a:spcPct val="0"/>
              </a:spcBef>
              <a:spcAft>
                <a:spcPct val="0"/>
              </a:spcAft>
              <a:defRPr sz="2400" b="1">
                <a:solidFill>
                  <a:schemeClr val="tx1"/>
                </a:solidFill>
                <a:latin typeface="Arial" charset="0"/>
                <a:ea typeface="ＭＳ Ｐゴシック" charset="0"/>
              </a:defRPr>
            </a:lvl8pPr>
            <a:lvl9pPr marL="3886200" indent="-228600" eaLnBrk="0" fontAlgn="base" hangingPunct="0">
              <a:spcBef>
                <a:spcPct val="0"/>
              </a:spcBef>
              <a:spcAft>
                <a:spcPct val="0"/>
              </a:spcAft>
              <a:defRPr sz="2400" b="1">
                <a:solidFill>
                  <a:schemeClr val="tx1"/>
                </a:solidFill>
                <a:latin typeface="Arial" charset="0"/>
                <a:ea typeface="ＭＳ Ｐゴシック" charset="0"/>
              </a:defRPr>
            </a:lvl9pPr>
          </a:lstStyle>
          <a:p>
            <a:pPr>
              <a:spcBef>
                <a:spcPct val="50000"/>
              </a:spcBef>
              <a:defRPr/>
            </a:pPr>
            <a:endParaRPr lang="en-US" sz="1000"/>
          </a:p>
        </p:txBody>
      </p:sp>
      <p:sp>
        <p:nvSpPr>
          <p:cNvPr id="1030" name="AutoShape 71">
            <a:extLst>
              <a:ext uri="{FF2B5EF4-FFF2-40B4-BE49-F238E27FC236}">
                <a16:creationId xmlns:a16="http://schemas.microsoft.com/office/drawing/2014/main" id="{71636BD8-1C06-7D44-AEF2-CF0ABF4D3C1F}"/>
              </a:ext>
            </a:extLst>
          </p:cNvPr>
          <p:cNvSpPr>
            <a:spLocks noChangeArrowheads="1"/>
          </p:cNvSpPr>
          <p:nvPr userDrawn="1"/>
        </p:nvSpPr>
        <p:spPr bwMode="auto">
          <a:xfrm>
            <a:off x="0" y="893763"/>
            <a:ext cx="12192000" cy="42862"/>
          </a:xfrm>
          <a:prstGeom prst="roundRect">
            <a:avLst>
              <a:gd name="adj" fmla="val 16667"/>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solidFill>
                <a:schemeClr val="bg1"/>
              </a:solidFill>
            </a:endParaRPr>
          </a:p>
        </p:txBody>
      </p:sp>
      <p:sp>
        <p:nvSpPr>
          <p:cNvPr id="1094" name="Rectangle 70">
            <a:extLst>
              <a:ext uri="{FF2B5EF4-FFF2-40B4-BE49-F238E27FC236}">
                <a16:creationId xmlns:a16="http://schemas.microsoft.com/office/drawing/2014/main" id="{BD080760-B75E-D047-82F2-5B60A4C37FF7}"/>
              </a:ext>
            </a:extLst>
          </p:cNvPr>
          <p:cNvSpPr>
            <a:spLocks noGrp="1" noChangeArrowheads="1"/>
          </p:cNvSpPr>
          <p:nvPr>
            <p:ph type="sldNum" sz="quarter" idx="4"/>
          </p:nvPr>
        </p:nvSpPr>
        <p:spPr bwMode="auto">
          <a:xfrm>
            <a:off x="10466917" y="6645276"/>
            <a:ext cx="1725083" cy="212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b="0">
                <a:solidFill>
                  <a:schemeClr val="bg1"/>
                </a:solidFill>
              </a:defRPr>
            </a:lvl1pPr>
          </a:lstStyle>
          <a:p>
            <a:fld id="{A558D7FA-8247-8447-A94B-9B96265F990C}"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836" r:id="rId1"/>
    <p:sldLayoutId id="2147483837" r:id="rId2"/>
    <p:sldLayoutId id="2147483838" r:id="rId3"/>
    <p:sldLayoutId id="2147483839" r:id="rId4"/>
    <p:sldLayoutId id="2147483840" r:id="rId5"/>
    <p:sldLayoutId id="2147483841" r:id="rId6"/>
    <p:sldLayoutId id="2147483842" r:id="rId7"/>
    <p:sldLayoutId id="2147483843" r:id="rId8"/>
    <p:sldLayoutId id="2147483844" r:id="rId9"/>
    <p:sldLayoutId id="2147483845" r:id="rId10"/>
    <p:sldLayoutId id="2147483846" r:id="rId11"/>
    <p:sldLayoutId id="2147483847" r:id="rId12"/>
    <p:sldLayoutId id="2147483848" r:id="rId13"/>
    <p:sldLayoutId id="2147483849" r:id="rId14"/>
    <p:sldLayoutId id="2147483850" r:id="rId15"/>
    <p:sldLayoutId id="2147483851" r:id="rId16"/>
  </p:sldLayoutIdLst>
  <p:hf hdr="0" ftr="0" dt="0"/>
  <p:txStyles>
    <p:titleStyle>
      <a:lvl1pPr algn="l" rtl="0" eaLnBrk="0" fontAlgn="base" hangingPunct="0">
        <a:spcBef>
          <a:spcPct val="0"/>
        </a:spcBef>
        <a:spcAft>
          <a:spcPct val="0"/>
        </a:spcAft>
        <a:defRPr sz="2800">
          <a:solidFill>
            <a:schemeClr val="tx2"/>
          </a:solidFill>
          <a:latin typeface="+mj-lt"/>
          <a:ea typeface="+mj-ea"/>
          <a:cs typeface="+mj-cs"/>
        </a:defRPr>
      </a:lvl1pPr>
      <a:lvl2pPr algn="l" rtl="0" eaLnBrk="0" fontAlgn="base" hangingPunct="0">
        <a:spcBef>
          <a:spcPct val="0"/>
        </a:spcBef>
        <a:spcAft>
          <a:spcPct val="0"/>
        </a:spcAft>
        <a:defRPr sz="2800">
          <a:solidFill>
            <a:schemeClr val="tx2"/>
          </a:solidFill>
          <a:latin typeface="Arial Black" pitchFamily="-112" charset="0"/>
          <a:ea typeface="ＭＳ Ｐゴシック" pitchFamily="-112" charset="-128"/>
          <a:cs typeface="ＭＳ Ｐゴシック" pitchFamily="-112" charset="-128"/>
        </a:defRPr>
      </a:lvl2pPr>
      <a:lvl3pPr algn="l" rtl="0" eaLnBrk="0" fontAlgn="base" hangingPunct="0">
        <a:spcBef>
          <a:spcPct val="0"/>
        </a:spcBef>
        <a:spcAft>
          <a:spcPct val="0"/>
        </a:spcAft>
        <a:defRPr sz="2800">
          <a:solidFill>
            <a:schemeClr val="tx2"/>
          </a:solidFill>
          <a:latin typeface="Arial Black" pitchFamily="-112" charset="0"/>
          <a:ea typeface="ＭＳ Ｐゴシック" pitchFamily="-112" charset="-128"/>
          <a:cs typeface="ＭＳ Ｐゴシック" pitchFamily="-112" charset="-128"/>
        </a:defRPr>
      </a:lvl3pPr>
      <a:lvl4pPr algn="l" rtl="0" eaLnBrk="0" fontAlgn="base" hangingPunct="0">
        <a:spcBef>
          <a:spcPct val="0"/>
        </a:spcBef>
        <a:spcAft>
          <a:spcPct val="0"/>
        </a:spcAft>
        <a:defRPr sz="2800">
          <a:solidFill>
            <a:schemeClr val="tx2"/>
          </a:solidFill>
          <a:latin typeface="Arial Black" pitchFamily="-112" charset="0"/>
          <a:ea typeface="ＭＳ Ｐゴシック" pitchFamily="-112" charset="-128"/>
          <a:cs typeface="ＭＳ Ｐゴシック" pitchFamily="-112" charset="-128"/>
        </a:defRPr>
      </a:lvl4pPr>
      <a:lvl5pPr algn="l" rtl="0" eaLnBrk="0" fontAlgn="base" hangingPunct="0">
        <a:spcBef>
          <a:spcPct val="0"/>
        </a:spcBef>
        <a:spcAft>
          <a:spcPct val="0"/>
        </a:spcAft>
        <a:defRPr sz="2800">
          <a:solidFill>
            <a:schemeClr val="tx2"/>
          </a:solidFill>
          <a:latin typeface="Arial Black" pitchFamily="-112" charset="0"/>
          <a:ea typeface="ＭＳ Ｐゴシック" pitchFamily="-112" charset="-128"/>
          <a:cs typeface="ＭＳ Ｐゴシック" pitchFamily="-112" charset="-128"/>
        </a:defRPr>
      </a:lvl5pPr>
      <a:lvl6pPr marL="457200" algn="l" rtl="0" fontAlgn="base">
        <a:spcBef>
          <a:spcPct val="0"/>
        </a:spcBef>
        <a:spcAft>
          <a:spcPct val="0"/>
        </a:spcAft>
        <a:defRPr sz="2800">
          <a:solidFill>
            <a:schemeClr val="tx2"/>
          </a:solidFill>
          <a:latin typeface="Arial Black" pitchFamily="-112" charset="0"/>
          <a:ea typeface="ＭＳ Ｐゴシック" pitchFamily="-112" charset="-128"/>
          <a:cs typeface="ＭＳ Ｐゴシック" pitchFamily="-112" charset="-128"/>
        </a:defRPr>
      </a:lvl6pPr>
      <a:lvl7pPr marL="914400" algn="l" rtl="0" fontAlgn="base">
        <a:spcBef>
          <a:spcPct val="0"/>
        </a:spcBef>
        <a:spcAft>
          <a:spcPct val="0"/>
        </a:spcAft>
        <a:defRPr sz="2800">
          <a:solidFill>
            <a:schemeClr val="tx2"/>
          </a:solidFill>
          <a:latin typeface="Arial Black" pitchFamily="-112" charset="0"/>
          <a:ea typeface="ＭＳ Ｐゴシック" pitchFamily="-112" charset="-128"/>
          <a:cs typeface="ＭＳ Ｐゴシック" pitchFamily="-112" charset="-128"/>
        </a:defRPr>
      </a:lvl7pPr>
      <a:lvl8pPr marL="1371600" algn="l" rtl="0" fontAlgn="base">
        <a:spcBef>
          <a:spcPct val="0"/>
        </a:spcBef>
        <a:spcAft>
          <a:spcPct val="0"/>
        </a:spcAft>
        <a:defRPr sz="2800">
          <a:solidFill>
            <a:schemeClr val="tx2"/>
          </a:solidFill>
          <a:latin typeface="Arial Black" pitchFamily="-112" charset="0"/>
          <a:ea typeface="ＭＳ Ｐゴシック" pitchFamily="-112" charset="-128"/>
          <a:cs typeface="ＭＳ Ｐゴシック" pitchFamily="-112" charset="-128"/>
        </a:defRPr>
      </a:lvl8pPr>
      <a:lvl9pPr marL="1828800" algn="l" rtl="0" fontAlgn="base">
        <a:spcBef>
          <a:spcPct val="0"/>
        </a:spcBef>
        <a:spcAft>
          <a:spcPct val="0"/>
        </a:spcAft>
        <a:defRPr sz="2800">
          <a:solidFill>
            <a:schemeClr val="tx2"/>
          </a:solidFill>
          <a:latin typeface="Arial Black" pitchFamily="-112" charset="0"/>
          <a:ea typeface="ＭＳ Ｐゴシック" pitchFamily="-112" charset="-128"/>
          <a:cs typeface="ＭＳ Ｐゴシック" pitchFamily="-112" charset="-128"/>
        </a:defRPr>
      </a:lvl9pPr>
    </p:titleStyle>
    <p:bodyStyle>
      <a:lvl1pPr marL="342900" indent="-342900" algn="l" rtl="0" eaLnBrk="0" fontAlgn="base" hangingPunct="0">
        <a:spcBef>
          <a:spcPct val="20000"/>
        </a:spcBef>
        <a:spcAft>
          <a:spcPct val="0"/>
        </a:spcAft>
        <a:buChar char="•"/>
        <a:defRPr sz="28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b="1">
          <a:solidFill>
            <a:schemeClr val="tx1"/>
          </a:solidFill>
          <a:latin typeface="+mn-lt"/>
          <a:ea typeface="+mn-ea"/>
        </a:defRPr>
      </a:lvl2pPr>
      <a:lvl3pPr marL="1143000" indent="-228600" algn="l" rtl="0" eaLnBrk="0" fontAlgn="base" hangingPunct="0">
        <a:spcBef>
          <a:spcPct val="20000"/>
        </a:spcBef>
        <a:spcAft>
          <a:spcPct val="0"/>
        </a:spcAft>
        <a:buChar char="•"/>
        <a:defRPr b="1">
          <a:solidFill>
            <a:schemeClr val="tx1"/>
          </a:solidFill>
          <a:latin typeface="+mn-lt"/>
          <a:ea typeface="+mn-ea"/>
        </a:defRPr>
      </a:lvl3pPr>
      <a:lvl4pPr marL="1600200" indent="-228600" algn="l" rtl="0" eaLnBrk="0" fontAlgn="base" hangingPunct="0">
        <a:spcBef>
          <a:spcPct val="20000"/>
        </a:spcBef>
        <a:spcAft>
          <a:spcPct val="0"/>
        </a:spcAft>
        <a:buChar char="–"/>
        <a:defRPr sz="1600" b="1">
          <a:solidFill>
            <a:schemeClr val="tx1"/>
          </a:solidFill>
          <a:latin typeface="+mn-lt"/>
          <a:ea typeface="+mn-ea"/>
        </a:defRPr>
      </a:lvl4pPr>
      <a:lvl5pPr marL="2057400" indent="-228600" algn="l" rtl="0" eaLnBrk="0" fontAlgn="base" hangingPunct="0">
        <a:spcBef>
          <a:spcPct val="20000"/>
        </a:spcBef>
        <a:spcAft>
          <a:spcPct val="0"/>
        </a:spcAft>
        <a:buChar char="»"/>
        <a:defRPr sz="1400" b="1">
          <a:solidFill>
            <a:schemeClr val="tx1"/>
          </a:solidFill>
          <a:latin typeface="+mn-lt"/>
          <a:ea typeface="+mn-ea"/>
        </a:defRPr>
      </a:lvl5pPr>
      <a:lvl6pPr marL="2514600" indent="-228600" algn="l" rtl="0" fontAlgn="base">
        <a:spcBef>
          <a:spcPct val="20000"/>
        </a:spcBef>
        <a:spcAft>
          <a:spcPct val="0"/>
        </a:spcAft>
        <a:buChar char="»"/>
        <a:defRPr sz="1400" b="1">
          <a:solidFill>
            <a:schemeClr val="tx1"/>
          </a:solidFill>
          <a:latin typeface="+mn-lt"/>
          <a:ea typeface="+mn-ea"/>
        </a:defRPr>
      </a:lvl6pPr>
      <a:lvl7pPr marL="2971800" indent="-228600" algn="l" rtl="0" fontAlgn="base">
        <a:spcBef>
          <a:spcPct val="20000"/>
        </a:spcBef>
        <a:spcAft>
          <a:spcPct val="0"/>
        </a:spcAft>
        <a:buChar char="»"/>
        <a:defRPr sz="1400" b="1">
          <a:solidFill>
            <a:schemeClr val="tx1"/>
          </a:solidFill>
          <a:latin typeface="+mn-lt"/>
          <a:ea typeface="+mn-ea"/>
        </a:defRPr>
      </a:lvl7pPr>
      <a:lvl8pPr marL="3429000" indent="-228600" algn="l" rtl="0" fontAlgn="base">
        <a:spcBef>
          <a:spcPct val="20000"/>
        </a:spcBef>
        <a:spcAft>
          <a:spcPct val="0"/>
        </a:spcAft>
        <a:buChar char="»"/>
        <a:defRPr sz="1400" b="1">
          <a:solidFill>
            <a:schemeClr val="tx1"/>
          </a:solidFill>
          <a:latin typeface="+mn-lt"/>
          <a:ea typeface="+mn-ea"/>
        </a:defRPr>
      </a:lvl8pPr>
      <a:lvl9pPr marL="3886200" indent="-228600" algn="l" rtl="0" fontAlgn="base">
        <a:spcBef>
          <a:spcPct val="20000"/>
        </a:spcBef>
        <a:spcAft>
          <a:spcPct val="0"/>
        </a:spcAft>
        <a:buChar char="»"/>
        <a:defRPr sz="1400" b="1">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1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13.xml"/><Relationship Id="rId4" Type="http://schemas.openxmlformats.org/officeDocument/2006/relationships/image" Target="../media/image13.jpeg"/></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15.jpe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0.jpeg"/></Relationships>
</file>

<file path=ppt/slides/_rels/slide1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24.jpe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7.xml"/><Relationship Id="rId1" Type="http://schemas.openxmlformats.org/officeDocument/2006/relationships/slideLayout" Target="../slideLayouts/slideLayout13.xml"/><Relationship Id="rId5" Type="http://schemas.openxmlformats.org/officeDocument/2006/relationships/image" Target="../media/image28.jpg"/><Relationship Id="rId4" Type="http://schemas.openxmlformats.org/officeDocument/2006/relationships/image" Target="../media/image27.jpeg"/></Relationships>
</file>

<file path=ppt/slides/_rels/slide22.xml.rels><?xml version="1.0" encoding="UTF-8" standalone="yes"?>
<Relationships xmlns="http://schemas.openxmlformats.org/package/2006/relationships"><Relationship Id="rId2" Type="http://schemas.openxmlformats.org/officeDocument/2006/relationships/hyperlink" Target="https://www.youtube.com/watch?v=xc1SzgGhMKc"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hyperlink" Target="https://www.youtube.com/watch?v=ocywOcHYEkk"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0.jpeg"/></Relationships>
</file>

<file path=ppt/slides/_rels/slide2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36.jpg"/></Relationships>
</file>

<file path=ppt/slides/_rels/slide3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25.xml"/><Relationship Id="rId1" Type="http://schemas.openxmlformats.org/officeDocument/2006/relationships/slideLayout" Target="../slideLayouts/slideLayout4.xml"/><Relationship Id="rId4" Type="http://schemas.openxmlformats.org/officeDocument/2006/relationships/image" Target="../media/image39.png"/></Relationships>
</file>

<file path=ppt/slides/_rels/slide34.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42.jpeg"/><Relationship Id="rId4" Type="http://schemas.openxmlformats.org/officeDocument/2006/relationships/image" Target="../media/image41.jpeg"/></Relationships>
</file>

<file path=ppt/slides/_rels/slide3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27.xml"/><Relationship Id="rId1" Type="http://schemas.openxmlformats.org/officeDocument/2006/relationships/slideLayout" Target="../slideLayouts/slideLayout6.xml"/><Relationship Id="rId5" Type="http://schemas.openxmlformats.org/officeDocument/2006/relationships/image" Target="../media/image47.jpg"/><Relationship Id="rId4" Type="http://schemas.openxmlformats.org/officeDocument/2006/relationships/image" Target="../media/image46.jpeg"/></Relationships>
</file>

<file path=ppt/slides/_rels/slide38.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6620A11-3AC2-3992-C869-782D940DDA0C}"/>
              </a:ext>
            </a:extLst>
          </p:cNvPr>
          <p:cNvPicPr>
            <a:picLocks noChangeAspect="1"/>
          </p:cNvPicPr>
          <p:nvPr/>
        </p:nvPicPr>
        <p:blipFill>
          <a:blip r:embed="rId3"/>
          <a:stretch>
            <a:fillRect/>
          </a:stretch>
        </p:blipFill>
        <p:spPr>
          <a:xfrm>
            <a:off x="556875" y="0"/>
            <a:ext cx="11078250" cy="6858000"/>
          </a:xfrm>
          <a:prstGeom prst="rect">
            <a:avLst/>
          </a:prstGeom>
        </p:spPr>
      </p:pic>
      <p:sp>
        <p:nvSpPr>
          <p:cNvPr id="20481" name="Slide Number Placeholder 3">
            <a:extLst>
              <a:ext uri="{FF2B5EF4-FFF2-40B4-BE49-F238E27FC236}">
                <a16:creationId xmlns:a16="http://schemas.microsoft.com/office/drawing/2014/main" id="{8A9A36A3-5336-9B44-B47B-28BB70AE54C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9A291B5B-8679-8C43-9A21-E68F3D14A2C2}" type="slidenum">
              <a:rPr lang="en-US" altLang="en-US" sz="1000" b="0">
                <a:solidFill>
                  <a:srgbClr val="FFFF00"/>
                </a:solidFill>
              </a:rPr>
              <a:pPr/>
              <a:t>1</a:t>
            </a:fld>
            <a:endParaRPr lang="en-US" altLang="en-US" sz="1000" b="0">
              <a:solidFill>
                <a:srgbClr val="FFFF00"/>
              </a:solidFill>
            </a:endParaRPr>
          </a:p>
        </p:txBody>
      </p:sp>
      <p:sp>
        <p:nvSpPr>
          <p:cNvPr id="20483" name="Rectangle 60">
            <a:extLst>
              <a:ext uri="{FF2B5EF4-FFF2-40B4-BE49-F238E27FC236}">
                <a16:creationId xmlns:a16="http://schemas.microsoft.com/office/drawing/2014/main" id="{21E22611-8489-B64B-A120-CB96404C7F05}"/>
              </a:ext>
            </a:extLst>
          </p:cNvPr>
          <p:cNvSpPr>
            <a:spLocks noChangeArrowheads="1"/>
          </p:cNvSpPr>
          <p:nvPr/>
        </p:nvSpPr>
        <p:spPr bwMode="auto">
          <a:xfrm>
            <a:off x="2355850" y="587352"/>
            <a:ext cx="7666038" cy="323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3600" dirty="0">
                <a:solidFill>
                  <a:srgbClr val="FFFF00"/>
                </a:solidFill>
              </a:rPr>
              <a:t>U.S. Space Policy</a:t>
            </a:r>
          </a:p>
          <a:p>
            <a:pPr algn="ctr" eaLnBrk="1" hangingPunct="1">
              <a:spcBef>
                <a:spcPct val="20000"/>
              </a:spcBef>
            </a:pPr>
            <a:r>
              <a:rPr lang="en-US" altLang="en-US" sz="3600" dirty="0">
                <a:solidFill>
                  <a:srgbClr val="FFFF00"/>
                </a:solidFill>
              </a:rPr>
              <a:t>Fall 2026</a:t>
            </a:r>
          </a:p>
          <a:p>
            <a:pPr algn="ctr" eaLnBrk="1" hangingPunct="1">
              <a:spcBef>
                <a:spcPct val="20000"/>
              </a:spcBef>
            </a:pPr>
            <a:endParaRPr lang="en-US" altLang="en-US" sz="3600" dirty="0">
              <a:solidFill>
                <a:srgbClr val="FFFF00"/>
              </a:solidFill>
            </a:endParaRPr>
          </a:p>
          <a:p>
            <a:pPr algn="ctr" eaLnBrk="1" hangingPunct="1">
              <a:spcBef>
                <a:spcPct val="20000"/>
              </a:spcBef>
            </a:pPr>
            <a:r>
              <a:rPr lang="en-US" altLang="en-US" sz="2800" dirty="0">
                <a:solidFill>
                  <a:srgbClr val="FFFF00"/>
                </a:solidFill>
              </a:rPr>
              <a:t>Apollo and its Impacts</a:t>
            </a:r>
          </a:p>
          <a:p>
            <a:pPr algn="ctr" eaLnBrk="1" hangingPunct="1">
              <a:spcBef>
                <a:spcPct val="20000"/>
              </a:spcBef>
            </a:pPr>
            <a:r>
              <a:rPr lang="en-US" altLang="en-US" sz="2000" b="0" dirty="0">
                <a:solidFill>
                  <a:srgbClr val="FFFF00"/>
                </a:solidFill>
              </a:rPr>
              <a:t>(with thanks to John Logsdon)</a:t>
            </a:r>
          </a:p>
          <a:p>
            <a:pPr algn="ctr" eaLnBrk="1" hangingPunct="1">
              <a:spcBef>
                <a:spcPct val="20000"/>
              </a:spcBef>
            </a:pPr>
            <a:endParaRPr lang="en-US" altLang="en-US" sz="2000" b="0" dirty="0">
              <a:solidFill>
                <a:srgbClr val="FFFF00"/>
              </a:solidFill>
            </a:endParaRPr>
          </a:p>
        </p:txBody>
      </p:sp>
      <p:sp>
        <p:nvSpPr>
          <p:cNvPr id="20484" name="Text Box 62">
            <a:extLst>
              <a:ext uri="{FF2B5EF4-FFF2-40B4-BE49-F238E27FC236}">
                <a16:creationId xmlns:a16="http://schemas.microsoft.com/office/drawing/2014/main" id="{5AA1BF1E-6744-D84B-B204-24F7E4BDD4DD}"/>
              </a:ext>
            </a:extLst>
          </p:cNvPr>
          <p:cNvSpPr txBox="1">
            <a:spLocks noChangeArrowheads="1"/>
          </p:cNvSpPr>
          <p:nvPr/>
        </p:nvSpPr>
        <p:spPr bwMode="auto">
          <a:xfrm>
            <a:off x="3864305" y="4406853"/>
            <a:ext cx="4649128" cy="2431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pPr algn="ctr"/>
            <a:r>
              <a:rPr lang="en-US" altLang="en-US" sz="2000" dirty="0">
                <a:solidFill>
                  <a:srgbClr val="FFFF00"/>
                </a:solidFill>
              </a:rPr>
              <a:t>Dr. Scott Pace</a:t>
            </a:r>
          </a:p>
          <a:p>
            <a:pPr algn="ctr"/>
            <a:r>
              <a:rPr lang="en-US" altLang="en-US" sz="2000" dirty="0">
                <a:solidFill>
                  <a:srgbClr val="FFFF00"/>
                </a:solidFill>
              </a:rPr>
              <a:t>George Washington University</a:t>
            </a:r>
          </a:p>
          <a:p>
            <a:pPr algn="ctr"/>
            <a:r>
              <a:rPr lang="en-US" altLang="en-US" sz="2000" dirty="0">
                <a:solidFill>
                  <a:srgbClr val="FFFF00"/>
                </a:solidFill>
              </a:rPr>
              <a:t>Elliott School of International Affairs</a:t>
            </a:r>
          </a:p>
          <a:p>
            <a:pPr algn="ctr"/>
            <a:endParaRPr lang="en-US" altLang="en-US" sz="2000" dirty="0">
              <a:solidFill>
                <a:srgbClr val="FFFF00"/>
              </a:solidFill>
            </a:endParaRPr>
          </a:p>
          <a:p>
            <a:pPr algn="ctr"/>
            <a:r>
              <a:rPr lang="en-US" altLang="en-US" sz="1600" dirty="0">
                <a:solidFill>
                  <a:srgbClr val="FFFF00"/>
                </a:solidFill>
              </a:rPr>
              <a:t>space1@gwu.edu</a:t>
            </a:r>
          </a:p>
          <a:p>
            <a:pPr algn="ctr"/>
            <a:r>
              <a:rPr lang="en-US" altLang="en-US" sz="1600" dirty="0">
                <a:solidFill>
                  <a:srgbClr val="FFFF00"/>
                </a:solidFill>
              </a:rPr>
              <a:t>1957 E Street, NW</a:t>
            </a:r>
          </a:p>
          <a:p>
            <a:pPr algn="ctr"/>
            <a:r>
              <a:rPr lang="en-US" altLang="en-US" sz="1600" dirty="0">
                <a:solidFill>
                  <a:srgbClr val="FFFF00"/>
                </a:solidFill>
              </a:rPr>
              <a:t>Suite 403</a:t>
            </a:r>
          </a:p>
          <a:p>
            <a:pPr algn="ctr"/>
            <a:endParaRPr lang="en-US" altLang="en-US" dirty="0">
              <a:solidFill>
                <a:srgbClr val="FFFF00"/>
              </a:solidFill>
            </a:endParaRP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366FF"/>
        </a:solidFill>
        <a:effectLst/>
      </p:bgPr>
    </p:bg>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E675640F-1C7A-764D-8E88-20DAC9F229C3}"/>
              </a:ext>
            </a:extLst>
          </p:cNvPr>
          <p:cNvSpPr>
            <a:spLocks noGrp="1" noChangeArrowheads="1"/>
          </p:cNvSpPr>
          <p:nvPr>
            <p:ph type="title"/>
          </p:nvPr>
        </p:nvSpPr>
        <p:spPr/>
        <p:txBody>
          <a:bodyPr/>
          <a:lstStyle/>
          <a:p>
            <a:pPr eaLnBrk="1" hangingPunct="1"/>
            <a:r>
              <a:rPr lang="en-US" altLang="en-US" dirty="0">
                <a:solidFill>
                  <a:srgbClr val="FFFF00"/>
                </a:solidFill>
              </a:rPr>
              <a:t>ORIGINS</a:t>
            </a:r>
          </a:p>
        </p:txBody>
      </p:sp>
      <p:sp>
        <p:nvSpPr>
          <p:cNvPr id="24579" name="Rectangle 3">
            <a:extLst>
              <a:ext uri="{FF2B5EF4-FFF2-40B4-BE49-F238E27FC236}">
                <a16:creationId xmlns:a16="http://schemas.microsoft.com/office/drawing/2014/main" id="{618CF3B8-8E61-D643-9524-C82613722957}"/>
              </a:ext>
            </a:extLst>
          </p:cNvPr>
          <p:cNvSpPr>
            <a:spLocks noGrp="1" noChangeArrowheads="1"/>
          </p:cNvSpPr>
          <p:nvPr>
            <p:ph type="body" idx="1"/>
          </p:nvPr>
        </p:nvSpPr>
        <p:spPr>
          <a:xfrm>
            <a:off x="716527" y="1501598"/>
            <a:ext cx="10758946" cy="4741863"/>
          </a:xfrm>
        </p:spPr>
        <p:txBody>
          <a:bodyPr/>
          <a:lstStyle/>
          <a:p>
            <a:pPr eaLnBrk="1" hangingPunct="1">
              <a:spcBef>
                <a:spcPts val="600"/>
              </a:spcBef>
            </a:pPr>
            <a:r>
              <a:rPr lang="en-US" altLang="en-US" sz="2400" dirty="0">
                <a:solidFill>
                  <a:srgbClr val="FFFF00"/>
                </a:solidFill>
              </a:rPr>
              <a:t>NASA chose a lunar landing as its long-range goal in 1959</a:t>
            </a:r>
          </a:p>
          <a:p>
            <a:pPr eaLnBrk="1" hangingPunct="1">
              <a:spcBef>
                <a:spcPts val="600"/>
              </a:spcBef>
            </a:pPr>
            <a:r>
              <a:rPr lang="en-US" altLang="en-US" sz="2400" dirty="0">
                <a:solidFill>
                  <a:srgbClr val="FFFF00"/>
                </a:solidFill>
              </a:rPr>
              <a:t>NASA announced Apollo as its post-Mercury program in mid-1960</a:t>
            </a:r>
          </a:p>
          <a:p>
            <a:pPr lvl="1" eaLnBrk="1" hangingPunct="1">
              <a:spcBef>
                <a:spcPts val="600"/>
              </a:spcBef>
            </a:pPr>
            <a:r>
              <a:rPr lang="en-US" altLang="en-US" dirty="0">
                <a:solidFill>
                  <a:srgbClr val="FFFF00"/>
                </a:solidFill>
              </a:rPr>
              <a:t>At that point, the goal was to build a three person spacecraft for both longer duration Earth orbit flights and circumlunar flights</a:t>
            </a:r>
          </a:p>
          <a:p>
            <a:pPr eaLnBrk="1" hangingPunct="1">
              <a:spcBef>
                <a:spcPts val="600"/>
              </a:spcBef>
            </a:pPr>
            <a:r>
              <a:rPr lang="en-US" altLang="en-US" sz="2400" dirty="0">
                <a:solidFill>
                  <a:srgbClr val="FFFF00"/>
                </a:solidFill>
              </a:rPr>
              <a:t>NASA began preliminary planning for a lunar landing in October 1960</a:t>
            </a:r>
          </a:p>
          <a:p>
            <a:pPr eaLnBrk="1" hangingPunct="1">
              <a:spcBef>
                <a:spcPts val="600"/>
              </a:spcBef>
            </a:pPr>
            <a:r>
              <a:rPr lang="en-US" altLang="en-US" sz="2400" dirty="0">
                <a:solidFill>
                  <a:srgbClr val="FFFF00"/>
                </a:solidFill>
              </a:rPr>
              <a:t>President Eisenhower was briefed on this planning in December 1960 and reacted quite negatively</a:t>
            </a:r>
          </a:p>
        </p:txBody>
      </p: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366FF"/>
        </a:solidFill>
        <a:effectLst/>
      </p:bgPr>
    </p:bg>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5AA462D5-13C0-7246-9024-73CF71F1109D}"/>
              </a:ext>
            </a:extLst>
          </p:cNvPr>
          <p:cNvSpPr>
            <a:spLocks noGrp="1" noChangeArrowheads="1"/>
          </p:cNvSpPr>
          <p:nvPr>
            <p:ph type="title"/>
          </p:nvPr>
        </p:nvSpPr>
        <p:spPr>
          <a:xfrm>
            <a:off x="786946" y="178549"/>
            <a:ext cx="10511557" cy="801688"/>
          </a:xfrm>
        </p:spPr>
        <p:txBody>
          <a:bodyPr>
            <a:normAutofit/>
          </a:bodyPr>
          <a:lstStyle/>
          <a:p>
            <a:pPr eaLnBrk="1" hangingPunct="1">
              <a:defRPr/>
            </a:pPr>
            <a:r>
              <a:rPr lang="en-US" b="1" dirty="0">
                <a:solidFill>
                  <a:srgbClr val="FFFF00"/>
                </a:solidFill>
              </a:rPr>
              <a:t>INITIAL KENNEDY VIEWS ON SPACE</a:t>
            </a:r>
          </a:p>
        </p:txBody>
      </p:sp>
      <p:sp>
        <p:nvSpPr>
          <p:cNvPr id="26627" name="Rectangle 3">
            <a:extLst>
              <a:ext uri="{FF2B5EF4-FFF2-40B4-BE49-F238E27FC236}">
                <a16:creationId xmlns:a16="http://schemas.microsoft.com/office/drawing/2014/main" id="{F3A39B93-5632-B841-A28B-632545A5BE40}"/>
              </a:ext>
            </a:extLst>
          </p:cNvPr>
          <p:cNvSpPr>
            <a:spLocks noGrp="1" noChangeArrowheads="1"/>
          </p:cNvSpPr>
          <p:nvPr>
            <p:ph type="body" idx="1"/>
          </p:nvPr>
        </p:nvSpPr>
        <p:spPr>
          <a:xfrm>
            <a:off x="914400" y="1645436"/>
            <a:ext cx="10363200" cy="4741863"/>
          </a:xfrm>
        </p:spPr>
        <p:txBody>
          <a:bodyPr/>
          <a:lstStyle/>
          <a:p>
            <a:pPr eaLnBrk="1" hangingPunct="1">
              <a:spcBef>
                <a:spcPts val="600"/>
              </a:spcBef>
            </a:pPr>
            <a:r>
              <a:rPr lang="en-US" altLang="en-US" dirty="0">
                <a:solidFill>
                  <a:srgbClr val="FFFF00"/>
                </a:solidFill>
              </a:rPr>
              <a:t>Transition task force cautioned JFK about emphasis on human space flight</a:t>
            </a:r>
          </a:p>
          <a:p>
            <a:pPr eaLnBrk="1" hangingPunct="1">
              <a:spcBef>
                <a:spcPts val="600"/>
              </a:spcBef>
            </a:pPr>
            <a:r>
              <a:rPr lang="en-US" altLang="en-US" dirty="0">
                <a:solidFill>
                  <a:srgbClr val="FFFF00"/>
                </a:solidFill>
              </a:rPr>
              <a:t>Kennedy saw space as an area of common interest with the Soviet Union and thus a potential area of cooperation</a:t>
            </a:r>
          </a:p>
          <a:p>
            <a:pPr lvl="1" eaLnBrk="1" hangingPunct="1">
              <a:spcBef>
                <a:spcPts val="600"/>
              </a:spcBef>
            </a:pPr>
            <a:r>
              <a:rPr lang="en-US" altLang="en-US" dirty="0">
                <a:solidFill>
                  <a:srgbClr val="FFFF00"/>
                </a:solidFill>
              </a:rPr>
              <a:t>Space cooperation mentioned in both Inaugural Address and State of the Union</a:t>
            </a:r>
          </a:p>
          <a:p>
            <a:pPr eaLnBrk="1" hangingPunct="1">
              <a:spcBef>
                <a:spcPts val="600"/>
              </a:spcBef>
            </a:pPr>
            <a:r>
              <a:rPr lang="en-US" altLang="en-US" dirty="0">
                <a:solidFill>
                  <a:srgbClr val="FFFF00"/>
                </a:solidFill>
              </a:rPr>
              <a:t>Kennedy deferred decisions on future space programs (except for more powerful rocket engines) in March 1961</a:t>
            </a:r>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366FF"/>
        </a:solidFill>
        <a:effectLst/>
      </p:bgPr>
    </p:bg>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A13E417F-CDCB-6749-B638-47E307749AB7}"/>
              </a:ext>
            </a:extLst>
          </p:cNvPr>
          <p:cNvSpPr>
            <a:spLocks noGrp="1" noChangeArrowheads="1"/>
          </p:cNvSpPr>
          <p:nvPr>
            <p:ph type="title"/>
          </p:nvPr>
        </p:nvSpPr>
        <p:spPr>
          <a:xfrm>
            <a:off x="162674" y="152346"/>
            <a:ext cx="11866651" cy="873125"/>
          </a:xfrm>
        </p:spPr>
        <p:txBody>
          <a:bodyPr>
            <a:noAutofit/>
          </a:bodyPr>
          <a:lstStyle/>
          <a:p>
            <a:pPr algn="ctr" eaLnBrk="1" hangingPunct="1"/>
            <a:r>
              <a:rPr lang="en-US" altLang="en-US" b="1" dirty="0">
                <a:solidFill>
                  <a:srgbClr val="FFFF00"/>
                </a:solidFill>
              </a:rPr>
              <a:t>YURI GAGARIN – FIRST HUMAN IN SPACE – APRIL 12, 1961</a:t>
            </a:r>
          </a:p>
        </p:txBody>
      </p:sp>
      <p:pic>
        <p:nvPicPr>
          <p:cNvPr id="28675" name="Picture 4">
            <a:extLst>
              <a:ext uri="{FF2B5EF4-FFF2-40B4-BE49-F238E27FC236}">
                <a16:creationId xmlns:a16="http://schemas.microsoft.com/office/drawing/2014/main" id="{0E05705C-0528-374E-AF9D-2ADE67EEB610}"/>
              </a:ext>
            </a:extLst>
          </p:cNvPr>
          <p:cNvPicPr>
            <a:picLocks noGrp="1" noChangeAspect="1" noChangeArrowheads="1"/>
          </p:cNvPicPr>
          <p:nvPr>
            <p:ph type="body" sz="half" idx="1"/>
          </p:nvPr>
        </p:nvPicPr>
        <p:blipFill>
          <a:blip r:embed="rId3">
            <a:extLst>
              <a:ext uri="{28A0092B-C50C-407E-A947-70E740481C1C}">
                <a14:useLocalDpi xmlns:a14="http://schemas.microsoft.com/office/drawing/2010/main"/>
              </a:ext>
            </a:extLst>
          </a:blip>
          <a:srcRect/>
          <a:stretch>
            <a:fillRect/>
          </a:stretch>
        </p:blipFill>
        <p:spPr>
          <a:xfrm>
            <a:off x="873304" y="1143000"/>
            <a:ext cx="4695289" cy="5393763"/>
          </a:xfrm>
        </p:spPr>
      </p:pic>
      <p:sp>
        <p:nvSpPr>
          <p:cNvPr id="28676" name="Rectangle 5">
            <a:extLst>
              <a:ext uri="{FF2B5EF4-FFF2-40B4-BE49-F238E27FC236}">
                <a16:creationId xmlns:a16="http://schemas.microsoft.com/office/drawing/2014/main" id="{E5DCDBC5-EE91-A24F-8190-BEED0BB0DD06}"/>
              </a:ext>
            </a:extLst>
          </p:cNvPr>
          <p:cNvSpPr>
            <a:spLocks noGrp="1" noChangeArrowheads="1"/>
          </p:cNvSpPr>
          <p:nvPr>
            <p:ph type="body" sz="half" idx="2"/>
          </p:nvPr>
        </p:nvSpPr>
        <p:spPr>
          <a:xfrm>
            <a:off x="6096000" y="1265291"/>
            <a:ext cx="5683036" cy="5003800"/>
          </a:xfrm>
        </p:spPr>
        <p:txBody>
          <a:bodyPr>
            <a:normAutofit/>
          </a:bodyPr>
          <a:lstStyle/>
          <a:p>
            <a:pPr eaLnBrk="1" hangingPunct="1">
              <a:spcBef>
                <a:spcPct val="0"/>
              </a:spcBef>
            </a:pPr>
            <a:r>
              <a:rPr lang="en-US" altLang="en-US" sz="2400" dirty="0">
                <a:solidFill>
                  <a:srgbClr val="FFFF00"/>
                </a:solidFill>
              </a:rPr>
              <a:t>Once again, the Soviet Union gained much positive reaction around the world by being first to send a human into orbit</a:t>
            </a:r>
          </a:p>
          <a:p>
            <a:pPr eaLnBrk="1" hangingPunct="1">
              <a:spcBef>
                <a:spcPct val="0"/>
              </a:spcBef>
            </a:pPr>
            <a:r>
              <a:rPr lang="en-US" altLang="en-US" sz="2400" dirty="0">
                <a:solidFill>
                  <a:srgbClr val="FFFF00"/>
                </a:solidFill>
              </a:rPr>
              <a:t>John F. Kennedy, decided that the United States had to enter – and win – a space race</a:t>
            </a:r>
          </a:p>
          <a:p>
            <a:pPr eaLnBrk="1" hangingPunct="1">
              <a:spcBef>
                <a:spcPct val="0"/>
              </a:spcBef>
            </a:pPr>
            <a:r>
              <a:rPr lang="en-US" altLang="en-US" sz="2400" dirty="0">
                <a:solidFill>
                  <a:srgbClr val="FFFF00"/>
                </a:solidFill>
              </a:rPr>
              <a:t>Decision was also influenced by Bay of Pigs fiasco, April 17-20 – but how much influence is not clear</a:t>
            </a:r>
          </a:p>
        </p:txBody>
      </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366FF"/>
        </a:solidFill>
        <a:effectLst/>
      </p:bgPr>
    </p:bg>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4BAEC507-BA13-0448-864F-AC23995769F8}"/>
              </a:ext>
            </a:extLst>
          </p:cNvPr>
          <p:cNvSpPr>
            <a:spLocks noGrp="1" noChangeArrowheads="1"/>
          </p:cNvSpPr>
          <p:nvPr>
            <p:ph type="title"/>
          </p:nvPr>
        </p:nvSpPr>
        <p:spPr>
          <a:xfrm>
            <a:off x="1670050" y="63500"/>
            <a:ext cx="8851900" cy="1143000"/>
          </a:xfrm>
        </p:spPr>
        <p:txBody>
          <a:bodyPr/>
          <a:lstStyle/>
          <a:p>
            <a:pPr eaLnBrk="1" hangingPunct="1"/>
            <a:r>
              <a:rPr lang="en-US" altLang="en-US" b="1" dirty="0">
                <a:solidFill>
                  <a:srgbClr val="FFFF00"/>
                </a:solidFill>
              </a:rPr>
              <a:t>KENNEDY SETS OUT THE REQUIREMENTS</a:t>
            </a:r>
          </a:p>
        </p:txBody>
      </p:sp>
      <p:sp>
        <p:nvSpPr>
          <p:cNvPr id="30723" name="Rectangle 3">
            <a:extLst>
              <a:ext uri="{FF2B5EF4-FFF2-40B4-BE49-F238E27FC236}">
                <a16:creationId xmlns:a16="http://schemas.microsoft.com/office/drawing/2014/main" id="{03D9C637-715C-5645-A907-E59A4090D2F7}"/>
              </a:ext>
            </a:extLst>
          </p:cNvPr>
          <p:cNvSpPr>
            <a:spLocks noGrp="1" noChangeArrowheads="1"/>
          </p:cNvSpPr>
          <p:nvPr>
            <p:ph type="body" sz="half" idx="1"/>
          </p:nvPr>
        </p:nvSpPr>
        <p:spPr>
          <a:xfrm>
            <a:off x="452062" y="1147423"/>
            <a:ext cx="5414482" cy="5558177"/>
          </a:xfrm>
        </p:spPr>
        <p:txBody>
          <a:bodyPr/>
          <a:lstStyle/>
          <a:p>
            <a:pPr eaLnBrk="1" hangingPunct="1">
              <a:lnSpc>
                <a:spcPct val="80000"/>
              </a:lnSpc>
              <a:buClr>
                <a:schemeClr val="tx1"/>
              </a:buClr>
              <a:buFontTx/>
              <a:buNone/>
            </a:pPr>
            <a:endParaRPr lang="en-US" altLang="en-US" sz="2400" dirty="0">
              <a:solidFill>
                <a:srgbClr val="FFFF00"/>
              </a:solidFill>
            </a:endParaRPr>
          </a:p>
          <a:p>
            <a:pPr eaLnBrk="1" hangingPunct="1">
              <a:lnSpc>
                <a:spcPct val="80000"/>
              </a:lnSpc>
              <a:buClr>
                <a:schemeClr val="tx1"/>
              </a:buClr>
              <a:buFontTx/>
              <a:buNone/>
            </a:pPr>
            <a:endParaRPr lang="en-US" altLang="en-US" sz="2400" dirty="0">
              <a:solidFill>
                <a:srgbClr val="FFFF00"/>
              </a:solidFill>
            </a:endParaRPr>
          </a:p>
          <a:p>
            <a:pPr eaLnBrk="1" hangingPunct="1">
              <a:spcBef>
                <a:spcPts val="600"/>
              </a:spcBef>
              <a:buClr>
                <a:schemeClr val="tx1"/>
              </a:buClr>
              <a:buFontTx/>
              <a:buNone/>
            </a:pPr>
            <a:r>
              <a:rPr lang="en-US" altLang="en-US" sz="2400" dirty="0">
                <a:solidFill>
                  <a:srgbClr val="FFFF00"/>
                </a:solidFill>
              </a:rPr>
              <a:t>   </a:t>
            </a:r>
            <a:r>
              <a:rPr lang="ja-JP" altLang="en-US" sz="2400">
                <a:solidFill>
                  <a:srgbClr val="FFFF00"/>
                </a:solidFill>
              </a:rPr>
              <a:t>“</a:t>
            </a:r>
            <a:r>
              <a:rPr lang="en-US" altLang="ja-JP" sz="2400" dirty="0">
                <a:solidFill>
                  <a:srgbClr val="FFFF00"/>
                </a:solidFill>
              </a:rPr>
              <a:t>Do we have a change of beating the Soviets by putting a laboratory in space, or by a trip around the moon, or by a rocket to go to the moon and back with a man.  Is there any other space program which promises dramatic results in which we could win?</a:t>
            </a:r>
            <a:r>
              <a:rPr lang="ja-JP" altLang="en-US" sz="2400">
                <a:solidFill>
                  <a:srgbClr val="FFFF00"/>
                </a:solidFill>
              </a:rPr>
              <a:t>”</a:t>
            </a:r>
            <a:endParaRPr lang="en-US" altLang="en-US" sz="2400" dirty="0">
              <a:solidFill>
                <a:srgbClr val="FFFF00"/>
              </a:solidFill>
            </a:endParaRPr>
          </a:p>
          <a:p>
            <a:pPr algn="r" eaLnBrk="1" hangingPunct="1">
              <a:spcBef>
                <a:spcPts val="600"/>
              </a:spcBef>
              <a:buClr>
                <a:schemeClr val="tx1"/>
              </a:buClr>
              <a:buFontTx/>
              <a:buNone/>
            </a:pPr>
            <a:r>
              <a:rPr lang="en-US" altLang="en-US" sz="2000" dirty="0">
                <a:solidFill>
                  <a:srgbClr val="FFFF00"/>
                </a:solidFill>
              </a:rPr>
              <a:t>John F. Kennedy to </a:t>
            </a:r>
          </a:p>
          <a:p>
            <a:pPr algn="r" eaLnBrk="1" hangingPunct="1">
              <a:spcBef>
                <a:spcPts val="600"/>
              </a:spcBef>
              <a:buClr>
                <a:schemeClr val="tx1"/>
              </a:buClr>
              <a:buFontTx/>
              <a:buNone/>
            </a:pPr>
            <a:r>
              <a:rPr lang="en-US" altLang="en-US" sz="2000" dirty="0">
                <a:solidFill>
                  <a:srgbClr val="FFFF00"/>
                </a:solidFill>
              </a:rPr>
              <a:t>Lyndon B. Johnson</a:t>
            </a:r>
          </a:p>
          <a:p>
            <a:pPr algn="r" eaLnBrk="1" hangingPunct="1">
              <a:spcBef>
                <a:spcPts val="600"/>
              </a:spcBef>
              <a:buClr>
                <a:schemeClr val="tx1"/>
              </a:buClr>
              <a:buFontTx/>
              <a:buNone/>
            </a:pPr>
            <a:r>
              <a:rPr lang="en-US" altLang="en-US" sz="2000" dirty="0">
                <a:solidFill>
                  <a:srgbClr val="FFFF00"/>
                </a:solidFill>
              </a:rPr>
              <a:t>April 20, 1961</a:t>
            </a:r>
          </a:p>
        </p:txBody>
      </p:sp>
      <p:graphicFrame>
        <p:nvGraphicFramePr>
          <p:cNvPr id="30724" name="Object 4">
            <a:extLst>
              <a:ext uri="{FF2B5EF4-FFF2-40B4-BE49-F238E27FC236}">
                <a16:creationId xmlns:a16="http://schemas.microsoft.com/office/drawing/2014/main" id="{B553C26B-9CE3-584B-8C64-0BF3A756F189}"/>
              </a:ext>
            </a:extLst>
          </p:cNvPr>
          <p:cNvGraphicFramePr>
            <a:graphicFrameLocks noGrp="1" noChangeAspect="1"/>
          </p:cNvGraphicFramePr>
          <p:nvPr>
            <p:ph sz="half" idx="2"/>
          </p:nvPr>
        </p:nvGraphicFramePr>
        <p:xfrm>
          <a:off x="6210300" y="1096964"/>
          <a:ext cx="4241800" cy="5608637"/>
        </p:xfrm>
        <a:graphic>
          <a:graphicData uri="http://schemas.openxmlformats.org/presentationml/2006/ole">
            <mc:AlternateContent xmlns:mc="http://schemas.openxmlformats.org/markup-compatibility/2006">
              <mc:Choice xmlns:v="urn:schemas-microsoft-com:vml" Requires="v">
                <p:oleObj name="Photo Editor Photo" r:id="rId3" imgW="7073900" imgH="11709400" progId="MSPhotoEd.3">
                  <p:embed/>
                </p:oleObj>
              </mc:Choice>
              <mc:Fallback>
                <p:oleObj name="Photo Editor Photo" r:id="rId3" imgW="7073900" imgH="11709400" progId="MSPhotoEd.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10300" y="1096964"/>
                        <a:ext cx="4241800" cy="56086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EBA2D42-0DFE-E546-B416-E5CE27288006}"/>
              </a:ext>
            </a:extLst>
          </p:cNvPr>
          <p:cNvSpPr>
            <a:spLocks noGrp="1"/>
          </p:cNvSpPr>
          <p:nvPr>
            <p:ph type="sldNum" sz="quarter" idx="11"/>
          </p:nvPr>
        </p:nvSpPr>
        <p:spPr/>
        <p:txBody>
          <a:bodyPr/>
          <a:lstStyle/>
          <a:p>
            <a:fld id="{3990D989-9566-A644-BE1A-69008BEE87C4}" type="slidenum">
              <a:rPr lang="en-US" altLang="en-US" smtClean="0"/>
              <a:pPr/>
              <a:t>6</a:t>
            </a:fld>
            <a:endParaRPr lang="en-US" altLang="en-US"/>
          </a:p>
        </p:txBody>
      </p:sp>
      <p:pic>
        <p:nvPicPr>
          <p:cNvPr id="4" name="Picture 3">
            <a:extLst>
              <a:ext uri="{FF2B5EF4-FFF2-40B4-BE49-F238E27FC236}">
                <a16:creationId xmlns:a16="http://schemas.microsoft.com/office/drawing/2014/main" id="{482B0AC5-2444-1548-A41C-4E5D720FAE68}"/>
              </a:ext>
            </a:extLst>
          </p:cNvPr>
          <p:cNvPicPr>
            <a:picLocks noChangeAspect="1"/>
          </p:cNvPicPr>
          <p:nvPr/>
        </p:nvPicPr>
        <p:blipFill>
          <a:blip r:embed="rId2"/>
          <a:stretch>
            <a:fillRect/>
          </a:stretch>
        </p:blipFill>
        <p:spPr>
          <a:xfrm>
            <a:off x="1546895" y="0"/>
            <a:ext cx="9098210" cy="6858000"/>
          </a:xfrm>
          <a:prstGeom prst="rect">
            <a:avLst/>
          </a:prstGeom>
        </p:spPr>
      </p:pic>
    </p:spTree>
    <p:extLst>
      <p:ext uri="{BB962C8B-B14F-4D97-AF65-F5344CB8AC3E}">
        <p14:creationId xmlns:p14="http://schemas.microsoft.com/office/powerpoint/2010/main" val="46203461"/>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366FF"/>
        </a:solidFill>
        <a:effectLst/>
      </p:bgPr>
    </p:bg>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3788D8D7-516B-4A4B-8DFE-87450F04C9CD}"/>
              </a:ext>
            </a:extLst>
          </p:cNvPr>
          <p:cNvSpPr>
            <a:spLocks noGrp="1" noChangeArrowheads="1"/>
          </p:cNvSpPr>
          <p:nvPr>
            <p:ph type="title"/>
          </p:nvPr>
        </p:nvSpPr>
        <p:spPr>
          <a:xfrm>
            <a:off x="816012" y="181314"/>
            <a:ext cx="10559976" cy="801688"/>
          </a:xfrm>
        </p:spPr>
        <p:txBody>
          <a:bodyPr/>
          <a:lstStyle/>
          <a:p>
            <a:pPr eaLnBrk="1" hangingPunct="1"/>
            <a:r>
              <a:rPr lang="en-US" altLang="en-US" b="1" dirty="0">
                <a:solidFill>
                  <a:srgbClr val="FFFF00"/>
                </a:solidFill>
              </a:rPr>
              <a:t>WHY THE MOON?</a:t>
            </a:r>
          </a:p>
        </p:txBody>
      </p:sp>
      <p:sp>
        <p:nvSpPr>
          <p:cNvPr id="32771" name="Rectangle 4">
            <a:extLst>
              <a:ext uri="{FF2B5EF4-FFF2-40B4-BE49-F238E27FC236}">
                <a16:creationId xmlns:a16="http://schemas.microsoft.com/office/drawing/2014/main" id="{67694862-7DFE-4D42-8DBF-4D19830B5FC1}"/>
              </a:ext>
            </a:extLst>
          </p:cNvPr>
          <p:cNvSpPr>
            <a:spLocks noGrp="1" noChangeArrowheads="1"/>
          </p:cNvSpPr>
          <p:nvPr>
            <p:ph type="body" sz="half" idx="2"/>
          </p:nvPr>
        </p:nvSpPr>
        <p:spPr>
          <a:xfrm>
            <a:off x="6172199" y="1016000"/>
            <a:ext cx="5756097" cy="5842000"/>
          </a:xfrm>
        </p:spPr>
        <p:txBody>
          <a:bodyPr/>
          <a:lstStyle/>
          <a:p>
            <a:pPr eaLnBrk="1" hangingPunct="1"/>
            <a:r>
              <a:rPr lang="en-US" altLang="en-US" sz="1600" dirty="0">
                <a:solidFill>
                  <a:srgbClr val="FFFF00"/>
                </a:solidFill>
              </a:rPr>
              <a:t>Lunar landing mission chosen in response to Kennedy</a:t>
            </a:r>
            <a:r>
              <a:rPr lang="ja-JP" altLang="en-US" sz="1600">
                <a:solidFill>
                  <a:srgbClr val="FFFF00"/>
                </a:solidFill>
              </a:rPr>
              <a:t>’</a:t>
            </a:r>
            <a:r>
              <a:rPr lang="en-US" altLang="ja-JP" sz="1600" dirty="0">
                <a:solidFill>
                  <a:srgbClr val="FFFF00"/>
                </a:solidFill>
              </a:rPr>
              <a:t>s request because both U.S. and USSR would have to develop a large new rocket to take people to the Moon and back</a:t>
            </a:r>
          </a:p>
          <a:p>
            <a:pPr eaLnBrk="1" hangingPunct="1">
              <a:buFontTx/>
              <a:buNone/>
            </a:pPr>
            <a:endParaRPr lang="en-US" altLang="en-US" sz="1600" dirty="0">
              <a:solidFill>
                <a:srgbClr val="FFFF00"/>
              </a:solidFill>
            </a:endParaRPr>
          </a:p>
          <a:p>
            <a:pPr lvl="1" eaLnBrk="1" hangingPunct="1"/>
            <a:r>
              <a:rPr lang="en-US" altLang="en-US" sz="1600" dirty="0">
                <a:solidFill>
                  <a:srgbClr val="FFFF00"/>
                </a:solidFill>
              </a:rPr>
              <a:t>Von Braun consulted; tells the White House </a:t>
            </a:r>
            <a:r>
              <a:rPr lang="ja-JP" altLang="en-US" sz="1600">
                <a:solidFill>
                  <a:srgbClr val="FFFF00"/>
                </a:solidFill>
              </a:rPr>
              <a:t>“</a:t>
            </a:r>
            <a:r>
              <a:rPr lang="en-US" altLang="ja-JP" sz="1600" dirty="0">
                <a:solidFill>
                  <a:srgbClr val="FFFF00"/>
                </a:solidFill>
              </a:rPr>
              <a:t>a rocket about ten times as powerful as the Soviet Venus launch rocket is required</a:t>
            </a:r>
            <a:r>
              <a:rPr lang="ja-JP" altLang="en-US" sz="1600">
                <a:solidFill>
                  <a:srgbClr val="FFFF00"/>
                </a:solidFill>
              </a:rPr>
              <a:t>”</a:t>
            </a:r>
            <a:r>
              <a:rPr lang="en-US" altLang="ja-JP" sz="1600" dirty="0">
                <a:solidFill>
                  <a:srgbClr val="FFFF00"/>
                </a:solidFill>
              </a:rPr>
              <a:t> and</a:t>
            </a:r>
          </a:p>
          <a:p>
            <a:pPr lvl="1" eaLnBrk="1" hangingPunct="1"/>
            <a:r>
              <a:rPr lang="ja-JP" altLang="en-US" sz="1600">
                <a:solidFill>
                  <a:srgbClr val="FFFF00"/>
                </a:solidFill>
              </a:rPr>
              <a:t>“</a:t>
            </a:r>
            <a:r>
              <a:rPr lang="en-US" altLang="ja-JP" sz="1600" dirty="0">
                <a:solidFill>
                  <a:srgbClr val="FFFF00"/>
                </a:solidFill>
              </a:rPr>
              <a:t>we have an excellent chance of beating the Soviets to the </a:t>
            </a:r>
            <a:r>
              <a:rPr lang="en-US" altLang="ja-JP" sz="1600" i="1" dirty="0">
                <a:solidFill>
                  <a:srgbClr val="FFFF00"/>
                </a:solidFill>
              </a:rPr>
              <a:t>first landing of a crew on the moon</a:t>
            </a:r>
            <a:r>
              <a:rPr lang="ja-JP" altLang="en-US" sz="1600" i="1">
                <a:solidFill>
                  <a:srgbClr val="FFFF00"/>
                </a:solidFill>
              </a:rPr>
              <a:t>”</a:t>
            </a:r>
            <a:endParaRPr lang="en-US" altLang="ja-JP" sz="1600" i="1" dirty="0">
              <a:solidFill>
                <a:srgbClr val="FFFF00"/>
              </a:solidFill>
            </a:endParaRPr>
          </a:p>
          <a:p>
            <a:pPr lvl="1" eaLnBrk="1" hangingPunct="1"/>
            <a:endParaRPr lang="en-US" altLang="en-US" sz="1600" i="1" dirty="0">
              <a:solidFill>
                <a:srgbClr val="FFFF00"/>
              </a:solidFill>
            </a:endParaRPr>
          </a:p>
          <a:p>
            <a:pPr eaLnBrk="1" hangingPunct="1"/>
            <a:r>
              <a:rPr lang="en-US" altLang="en-US" sz="1600" dirty="0">
                <a:solidFill>
                  <a:srgbClr val="FFFF00"/>
                </a:solidFill>
              </a:rPr>
              <a:t>Political rationale provided by NASA head James Webb and Secretary of Defense Robert McNamara in a May 8, 1961 memo</a:t>
            </a:r>
          </a:p>
          <a:p>
            <a:pPr lvl="1" eaLnBrk="1" hangingPunct="1"/>
            <a:r>
              <a:rPr lang="ja-JP" altLang="en-US" sz="1600">
                <a:solidFill>
                  <a:srgbClr val="FFFF00"/>
                </a:solidFill>
              </a:rPr>
              <a:t>“</a:t>
            </a:r>
            <a:r>
              <a:rPr lang="en-US" altLang="ja-JP" sz="1600" dirty="0">
                <a:solidFill>
                  <a:srgbClr val="FFFF00"/>
                </a:solidFill>
              </a:rPr>
              <a:t>It is men, not merely machines, that captures the imagination of the world.</a:t>
            </a:r>
            <a:r>
              <a:rPr lang="ja-JP" altLang="en-US" sz="1600">
                <a:solidFill>
                  <a:srgbClr val="FFFF00"/>
                </a:solidFill>
              </a:rPr>
              <a:t>”</a:t>
            </a:r>
            <a:endParaRPr lang="en-US" altLang="ja-JP" sz="1600" dirty="0">
              <a:solidFill>
                <a:srgbClr val="FFFF00"/>
              </a:solidFill>
            </a:endParaRPr>
          </a:p>
          <a:p>
            <a:pPr lvl="1" eaLnBrk="1" hangingPunct="1"/>
            <a:r>
              <a:rPr lang="en-US" altLang="en-US" sz="1600" dirty="0">
                <a:solidFill>
                  <a:srgbClr val="FFFF00"/>
                </a:solidFill>
              </a:rPr>
              <a:t>Large-scale space projects aimed at </a:t>
            </a:r>
            <a:r>
              <a:rPr lang="ja-JP" altLang="en-US" sz="1600">
                <a:solidFill>
                  <a:srgbClr val="FFFF00"/>
                </a:solidFill>
              </a:rPr>
              <a:t>“</a:t>
            </a:r>
            <a:r>
              <a:rPr lang="en-US" altLang="ja-JP" sz="1600" dirty="0">
                <a:solidFill>
                  <a:srgbClr val="FFFF00"/>
                </a:solidFill>
              </a:rPr>
              <a:t>enhancing national prestige</a:t>
            </a:r>
            <a:r>
              <a:rPr lang="ja-JP" altLang="en-US" sz="1600">
                <a:solidFill>
                  <a:srgbClr val="FFFF00"/>
                </a:solidFill>
              </a:rPr>
              <a:t>”</a:t>
            </a:r>
            <a:r>
              <a:rPr lang="en-US" altLang="ja-JP" sz="1600" dirty="0">
                <a:solidFill>
                  <a:srgbClr val="FFFF00"/>
                </a:solidFill>
              </a:rPr>
              <a:t> are </a:t>
            </a:r>
            <a:r>
              <a:rPr lang="ja-JP" altLang="en-US" sz="1600">
                <a:solidFill>
                  <a:srgbClr val="FFFF00"/>
                </a:solidFill>
              </a:rPr>
              <a:t>“</a:t>
            </a:r>
            <a:r>
              <a:rPr lang="en-US" altLang="ja-JP" sz="1600" dirty="0">
                <a:solidFill>
                  <a:srgbClr val="FFFF00"/>
                </a:solidFill>
              </a:rPr>
              <a:t>part of the battle along the fluid front of the cold war.</a:t>
            </a:r>
            <a:r>
              <a:rPr lang="ja-JP" altLang="en-US" sz="1600">
                <a:solidFill>
                  <a:srgbClr val="FFFF00"/>
                </a:solidFill>
              </a:rPr>
              <a:t>”</a:t>
            </a:r>
            <a:endParaRPr lang="en-US" altLang="ja-JP" sz="1600" dirty="0">
              <a:solidFill>
                <a:srgbClr val="FFFF00"/>
              </a:solidFill>
            </a:endParaRPr>
          </a:p>
          <a:p>
            <a:pPr lvl="1" eaLnBrk="1" hangingPunct="1"/>
            <a:endParaRPr lang="en-US" altLang="en-US" sz="1600" dirty="0">
              <a:solidFill>
                <a:srgbClr val="FFFF00"/>
              </a:solidFill>
            </a:endParaRPr>
          </a:p>
        </p:txBody>
      </p:sp>
      <p:pic>
        <p:nvPicPr>
          <p:cNvPr id="32772" name="Picture 5">
            <a:extLst>
              <a:ext uri="{FF2B5EF4-FFF2-40B4-BE49-F238E27FC236}">
                <a16:creationId xmlns:a16="http://schemas.microsoft.com/office/drawing/2014/main" id="{0524977B-D566-8A4F-AFFE-82AE881C9301}"/>
              </a:ext>
            </a:extLst>
          </p:cNvPr>
          <p:cNvPicPr>
            <a:picLocks noGrp="1" noChangeAspect="1" noChangeArrowheads="1"/>
          </p:cNvPicPr>
          <p:nvPr>
            <p:ph type="body" sz="half" idx="1"/>
          </p:nvPr>
        </p:nvPicPr>
        <p:blipFill>
          <a:blip r:embed="rId3">
            <a:extLst>
              <a:ext uri="{28A0092B-C50C-407E-A947-70E740481C1C}">
                <a14:useLocalDpi xmlns:a14="http://schemas.microsoft.com/office/drawing/2010/main"/>
              </a:ext>
            </a:extLst>
          </a:blip>
          <a:srcRect/>
          <a:stretch>
            <a:fillRect/>
          </a:stretch>
        </p:blipFill>
        <p:spPr>
          <a:xfrm>
            <a:off x="708916" y="1196976"/>
            <a:ext cx="4038600" cy="3352800"/>
          </a:xfrm>
        </p:spPr>
      </p:pic>
      <p:sp>
        <p:nvSpPr>
          <p:cNvPr id="32773" name="TextBox 1">
            <a:extLst>
              <a:ext uri="{FF2B5EF4-FFF2-40B4-BE49-F238E27FC236}">
                <a16:creationId xmlns:a16="http://schemas.microsoft.com/office/drawing/2014/main" id="{92A95632-C840-4D4D-AD81-7CFB110DC4C4}"/>
              </a:ext>
            </a:extLst>
          </p:cNvPr>
          <p:cNvSpPr txBox="1">
            <a:spLocks noChangeArrowheads="1"/>
          </p:cNvSpPr>
          <p:nvPr/>
        </p:nvSpPr>
        <p:spPr bwMode="auto">
          <a:xfrm>
            <a:off x="649129" y="4645361"/>
            <a:ext cx="5370673"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tx1"/>
                </a:solidFill>
                <a:latin typeface="Arial" panose="020B0604020202020204" pitchFamily="34" charset="0"/>
                <a:ea typeface="ＭＳ Ｐゴシック" panose="020B0600070205080204" pitchFamily="34" charset="-128"/>
              </a:defRPr>
            </a:lvl1pPr>
            <a:lvl2pPr>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400" dirty="0">
                <a:solidFill>
                  <a:srgbClr val="FFFF00"/>
                </a:solidFill>
                <a:latin typeface="+mn-lt"/>
              </a:rPr>
              <a:t>President John F. Kennedy, May 25, 1961:</a:t>
            </a:r>
          </a:p>
          <a:p>
            <a:pPr eaLnBrk="1" hangingPunct="1"/>
            <a:endParaRPr lang="en-US" altLang="en-US" sz="1400" dirty="0">
              <a:solidFill>
                <a:srgbClr val="FFFF00"/>
              </a:solidFill>
              <a:latin typeface="+mn-lt"/>
            </a:endParaRPr>
          </a:p>
          <a:p>
            <a:pPr lvl="1" eaLnBrk="1" hangingPunct="1"/>
            <a:r>
              <a:rPr lang="ja-JP" altLang="en-US" sz="1400">
                <a:solidFill>
                  <a:srgbClr val="FFFF00"/>
                </a:solidFill>
                <a:latin typeface="+mn-lt"/>
              </a:rPr>
              <a:t>“</a:t>
            </a:r>
            <a:r>
              <a:rPr lang="en-US" altLang="ja-JP" sz="1400" dirty="0">
                <a:solidFill>
                  <a:srgbClr val="FFFF00"/>
                </a:solidFill>
                <a:latin typeface="+mn-lt"/>
              </a:rPr>
              <a:t>Now it is time to take longer strides – time for a great new American enterprise – time for this nation to take a clearly leading role in space achievement</a:t>
            </a:r>
            <a:r>
              <a:rPr lang="ja-JP" altLang="en-US" sz="1400">
                <a:solidFill>
                  <a:srgbClr val="FFFF00"/>
                </a:solidFill>
                <a:latin typeface="+mn-lt"/>
              </a:rPr>
              <a:t>”</a:t>
            </a:r>
            <a:endParaRPr lang="en-US" altLang="ja-JP" sz="1400" dirty="0">
              <a:solidFill>
                <a:srgbClr val="FFFF00"/>
              </a:solidFill>
              <a:latin typeface="+mn-lt"/>
            </a:endParaRPr>
          </a:p>
          <a:p>
            <a:pPr lvl="1" eaLnBrk="1" hangingPunct="1"/>
            <a:r>
              <a:rPr lang="ja-JP" altLang="en-US" sz="1400">
                <a:solidFill>
                  <a:srgbClr val="FFFF00"/>
                </a:solidFill>
                <a:latin typeface="+mn-lt"/>
              </a:rPr>
              <a:t>“</a:t>
            </a:r>
            <a:r>
              <a:rPr lang="en-US" altLang="ja-JP" sz="1400" dirty="0">
                <a:solidFill>
                  <a:srgbClr val="FFFF00"/>
                </a:solidFill>
                <a:latin typeface="+mn-lt"/>
              </a:rPr>
              <a:t>I believe that this nation should commit itself to achieving to goal, before this decade is out, of landing a man on the moon and returning him safely to earth.</a:t>
            </a:r>
            <a:r>
              <a:rPr lang="ja-JP" altLang="en-US" sz="1400">
                <a:solidFill>
                  <a:srgbClr val="FFFF00"/>
                </a:solidFill>
                <a:latin typeface="+mn-lt"/>
              </a:rPr>
              <a:t>”</a:t>
            </a:r>
            <a:endParaRPr lang="en-US" altLang="ja-JP" sz="1400" dirty="0">
              <a:solidFill>
                <a:srgbClr val="FFFF00"/>
              </a:solidFill>
              <a:latin typeface="+mn-lt"/>
            </a:endParaRPr>
          </a:p>
          <a:p>
            <a:endParaRPr lang="en-US" altLang="en-US" sz="1400" dirty="0">
              <a:latin typeface="+mn-lt"/>
            </a:endParaRPr>
          </a:p>
        </p:txBody>
      </p:sp>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366FF"/>
        </a:solidFill>
        <a:effectLst/>
      </p:bgPr>
    </p:bg>
    <p:spTree>
      <p:nvGrpSpPr>
        <p:cNvPr id="1" name=""/>
        <p:cNvGrpSpPr/>
        <p:nvPr/>
      </p:nvGrpSpPr>
      <p:grpSpPr>
        <a:xfrm>
          <a:off x="0" y="0"/>
          <a:ext cx="0" cy="0"/>
          <a:chOff x="0" y="0"/>
          <a:chExt cx="0" cy="0"/>
        </a:xfrm>
      </p:grpSpPr>
      <p:sp>
        <p:nvSpPr>
          <p:cNvPr id="34817" name="Slide Number Placeholder 4">
            <a:extLst>
              <a:ext uri="{FF2B5EF4-FFF2-40B4-BE49-F238E27FC236}">
                <a16:creationId xmlns:a16="http://schemas.microsoft.com/office/drawing/2014/main" id="{7F747B68-23E3-CB47-869A-0A5E9EBB9D9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78AAE746-AC23-9C49-88BB-1CA0123D7205}" type="slidenum">
              <a:rPr lang="en-US" altLang="en-US" sz="1000" b="0">
                <a:solidFill>
                  <a:schemeClr val="bg1"/>
                </a:solidFill>
              </a:rPr>
              <a:pPr/>
              <a:t>8</a:t>
            </a:fld>
            <a:endParaRPr lang="en-US" altLang="en-US" sz="1000" b="0">
              <a:solidFill>
                <a:schemeClr val="bg1"/>
              </a:solidFill>
            </a:endParaRPr>
          </a:p>
        </p:txBody>
      </p:sp>
      <p:sp>
        <p:nvSpPr>
          <p:cNvPr id="34818" name="Rectangle 2">
            <a:extLst>
              <a:ext uri="{FF2B5EF4-FFF2-40B4-BE49-F238E27FC236}">
                <a16:creationId xmlns:a16="http://schemas.microsoft.com/office/drawing/2014/main" id="{5B82B9E2-4215-484B-9EF4-3076E8CD8B0D}"/>
              </a:ext>
            </a:extLst>
          </p:cNvPr>
          <p:cNvSpPr>
            <a:spLocks noGrp="1" noChangeArrowheads="1"/>
          </p:cNvSpPr>
          <p:nvPr>
            <p:ph type="title"/>
          </p:nvPr>
        </p:nvSpPr>
        <p:spPr/>
        <p:txBody>
          <a:bodyPr/>
          <a:lstStyle/>
          <a:p>
            <a:pPr eaLnBrk="1" hangingPunct="1"/>
            <a:r>
              <a:rPr lang="en-US" altLang="en-US" dirty="0">
                <a:solidFill>
                  <a:srgbClr val="FFFF00"/>
                </a:solidFill>
              </a:rPr>
              <a:t>How to Get there?</a:t>
            </a:r>
          </a:p>
        </p:txBody>
      </p:sp>
      <p:pic>
        <p:nvPicPr>
          <p:cNvPr id="34819" name="Picture 4">
            <a:extLst>
              <a:ext uri="{FF2B5EF4-FFF2-40B4-BE49-F238E27FC236}">
                <a16:creationId xmlns:a16="http://schemas.microsoft.com/office/drawing/2014/main" id="{535ADB12-A47D-8747-B4CF-96F0E5940C77}"/>
              </a:ext>
            </a:extLst>
          </p:cNvPr>
          <p:cNvPicPr>
            <a:picLocks noGrp="1" noChangeAspect="1" noChangeArrowheads="1"/>
          </p:cNvPicPr>
          <p:nvPr>
            <p:ph idx="1"/>
          </p:nvPr>
        </p:nvPicPr>
        <p:blipFill>
          <a:blip r:embed="rId3">
            <a:extLst>
              <a:ext uri="{28A0092B-C50C-407E-A947-70E740481C1C}">
                <a14:useLocalDpi xmlns:a14="http://schemas.microsoft.com/office/drawing/2010/main"/>
              </a:ext>
            </a:extLst>
          </a:blip>
          <a:srcRect/>
          <a:stretch>
            <a:fillRect/>
          </a:stretch>
        </p:blipFill>
        <p:spPr>
          <a:xfrm>
            <a:off x="2336800" y="1130301"/>
            <a:ext cx="7518400" cy="5565775"/>
          </a:xfrm>
        </p:spPr>
      </p:pic>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3366FF"/>
        </a:solidFill>
        <a:effectLst/>
      </p:bgPr>
    </p:bg>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C9B20D89-1026-8042-925E-9AA329FDC709}"/>
              </a:ext>
            </a:extLst>
          </p:cNvPr>
          <p:cNvSpPr>
            <a:spLocks noGrp="1" noChangeArrowheads="1"/>
          </p:cNvSpPr>
          <p:nvPr>
            <p:ph type="title"/>
          </p:nvPr>
        </p:nvSpPr>
        <p:spPr>
          <a:xfrm>
            <a:off x="768849" y="153149"/>
            <a:ext cx="10654302" cy="801688"/>
          </a:xfrm>
        </p:spPr>
        <p:txBody>
          <a:bodyPr/>
          <a:lstStyle/>
          <a:p>
            <a:pPr eaLnBrk="1" hangingPunct="1"/>
            <a:r>
              <a:rPr lang="en-US" altLang="en-US" dirty="0">
                <a:solidFill>
                  <a:srgbClr val="FFFF00"/>
                </a:solidFill>
              </a:rPr>
              <a:t>Internal NASA Debate</a:t>
            </a:r>
          </a:p>
        </p:txBody>
      </p:sp>
      <p:sp>
        <p:nvSpPr>
          <p:cNvPr id="36867" name="Rectangle 4">
            <a:extLst>
              <a:ext uri="{FF2B5EF4-FFF2-40B4-BE49-F238E27FC236}">
                <a16:creationId xmlns:a16="http://schemas.microsoft.com/office/drawing/2014/main" id="{89725AB1-D82D-5C4F-AFE5-676A9D651AB0}"/>
              </a:ext>
            </a:extLst>
          </p:cNvPr>
          <p:cNvSpPr>
            <a:spLocks noGrp="1" noChangeArrowheads="1"/>
          </p:cNvSpPr>
          <p:nvPr>
            <p:ph type="body" sz="half" idx="1"/>
          </p:nvPr>
        </p:nvSpPr>
        <p:spPr>
          <a:xfrm>
            <a:off x="452062" y="1130299"/>
            <a:ext cx="5643937" cy="5445161"/>
          </a:xfrm>
        </p:spPr>
        <p:txBody>
          <a:bodyPr/>
          <a:lstStyle/>
          <a:p>
            <a:pPr eaLnBrk="1" hangingPunct="1"/>
            <a:r>
              <a:rPr lang="en-US" altLang="en-US" sz="2400" dirty="0">
                <a:solidFill>
                  <a:srgbClr val="FFFF00"/>
                </a:solidFill>
              </a:rPr>
              <a:t>There was extensive debate within NASA from May 1961- June 1962 on the best approach to a lunar landing mission</a:t>
            </a:r>
          </a:p>
          <a:p>
            <a:pPr lvl="1" eaLnBrk="1" hangingPunct="1"/>
            <a:r>
              <a:rPr lang="en-US" altLang="en-US" dirty="0">
                <a:solidFill>
                  <a:srgbClr val="FFFF00"/>
                </a:solidFill>
              </a:rPr>
              <a:t>Earth orbital rendezvous</a:t>
            </a:r>
          </a:p>
          <a:p>
            <a:pPr lvl="1" eaLnBrk="1" hangingPunct="1"/>
            <a:r>
              <a:rPr lang="en-US" altLang="en-US" dirty="0">
                <a:solidFill>
                  <a:srgbClr val="FFFF00"/>
                </a:solidFill>
              </a:rPr>
              <a:t>Lunar orbital rendezvous</a:t>
            </a:r>
          </a:p>
          <a:p>
            <a:pPr eaLnBrk="1" hangingPunct="1"/>
            <a:r>
              <a:rPr lang="en-US" altLang="en-US" sz="2400" dirty="0">
                <a:solidFill>
                  <a:srgbClr val="FFFF00"/>
                </a:solidFill>
              </a:rPr>
              <a:t>John </a:t>
            </a:r>
            <a:r>
              <a:rPr lang="en-US" altLang="en-US" sz="2400" dirty="0" err="1">
                <a:solidFill>
                  <a:srgbClr val="FFFF00"/>
                </a:solidFill>
              </a:rPr>
              <a:t>Houbolt</a:t>
            </a:r>
            <a:r>
              <a:rPr lang="en-US" altLang="en-US" sz="2400" dirty="0">
                <a:solidFill>
                  <a:srgbClr val="FFFF00"/>
                </a:solidFill>
              </a:rPr>
              <a:t>, an engineer at Langley Research Center, advocated the LOR approach</a:t>
            </a:r>
          </a:p>
          <a:p>
            <a:pPr eaLnBrk="1" hangingPunct="1"/>
            <a:r>
              <a:rPr lang="en-US" altLang="en-US" sz="2400" dirty="0" err="1">
                <a:solidFill>
                  <a:srgbClr val="FFFF00"/>
                </a:solidFill>
              </a:rPr>
              <a:t>Wernher</a:t>
            </a:r>
            <a:r>
              <a:rPr lang="en-US" altLang="en-US" sz="2400" dirty="0">
                <a:solidFill>
                  <a:srgbClr val="FFFF00"/>
                </a:solidFill>
              </a:rPr>
              <a:t> von Braun announced his support of LOR in June 1962</a:t>
            </a:r>
          </a:p>
          <a:p>
            <a:pPr eaLnBrk="1" hangingPunct="1"/>
            <a:r>
              <a:rPr lang="en-US" altLang="en-US" sz="2400" dirty="0">
                <a:solidFill>
                  <a:srgbClr val="FFFF00"/>
                </a:solidFill>
              </a:rPr>
              <a:t>Saturn V launcher selected before this debate was settled</a:t>
            </a:r>
          </a:p>
        </p:txBody>
      </p:sp>
      <p:pic>
        <p:nvPicPr>
          <p:cNvPr id="36868" name="Picture 5">
            <a:extLst>
              <a:ext uri="{FF2B5EF4-FFF2-40B4-BE49-F238E27FC236}">
                <a16:creationId xmlns:a16="http://schemas.microsoft.com/office/drawing/2014/main" id="{260C39FA-E55A-9846-A1E7-8B0384C2E2EC}"/>
              </a:ext>
            </a:extLst>
          </p:cNvPr>
          <p:cNvPicPr>
            <a:picLocks noGrp="1" noChangeAspect="1" noChangeArrowheads="1"/>
          </p:cNvPicPr>
          <p:nvPr>
            <p:ph type="body" sz="half" idx="2"/>
          </p:nvPr>
        </p:nvPicPr>
        <p:blipFill>
          <a:blip r:embed="rId3">
            <a:extLst>
              <a:ext uri="{28A0092B-C50C-407E-A947-70E740481C1C}">
                <a14:useLocalDpi xmlns:a14="http://schemas.microsoft.com/office/drawing/2010/main"/>
              </a:ext>
            </a:extLst>
          </a:blip>
          <a:srcRect/>
          <a:stretch>
            <a:fillRect/>
          </a:stretch>
        </p:blipFill>
        <p:spPr>
          <a:xfrm>
            <a:off x="6096000" y="1143000"/>
            <a:ext cx="6000763" cy="5024114"/>
          </a:xfrm>
        </p:spPr>
      </p:pic>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3366FF"/>
        </a:solidFill>
        <a:effectLst/>
      </p:bgPr>
    </p:bg>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39FC080C-65D3-9441-AFB6-853D4D9C5BED}"/>
              </a:ext>
            </a:extLst>
          </p:cNvPr>
          <p:cNvSpPr>
            <a:spLocks noGrp="1" noChangeArrowheads="1"/>
          </p:cNvSpPr>
          <p:nvPr>
            <p:ph type="title"/>
          </p:nvPr>
        </p:nvSpPr>
        <p:spPr>
          <a:xfrm>
            <a:off x="632547" y="142875"/>
            <a:ext cx="10926905" cy="801688"/>
          </a:xfrm>
        </p:spPr>
        <p:txBody>
          <a:bodyPr/>
          <a:lstStyle/>
          <a:p>
            <a:pPr eaLnBrk="1" hangingPunct="1"/>
            <a:r>
              <a:rPr lang="en-US" altLang="en-US" dirty="0">
                <a:solidFill>
                  <a:srgbClr val="FFFF00"/>
                </a:solidFill>
              </a:rPr>
              <a:t>Internal Administration Debate</a:t>
            </a:r>
          </a:p>
        </p:txBody>
      </p:sp>
      <p:sp>
        <p:nvSpPr>
          <p:cNvPr id="38915" name="Rectangle 4">
            <a:extLst>
              <a:ext uri="{FF2B5EF4-FFF2-40B4-BE49-F238E27FC236}">
                <a16:creationId xmlns:a16="http://schemas.microsoft.com/office/drawing/2014/main" id="{62FC1424-11B4-F841-B592-3EEEB4B7E0DA}"/>
              </a:ext>
            </a:extLst>
          </p:cNvPr>
          <p:cNvSpPr>
            <a:spLocks noGrp="1" noChangeArrowheads="1"/>
          </p:cNvSpPr>
          <p:nvPr>
            <p:ph type="body" sz="half" idx="1"/>
          </p:nvPr>
        </p:nvSpPr>
        <p:spPr>
          <a:xfrm>
            <a:off x="267128" y="1320800"/>
            <a:ext cx="5743253" cy="5213564"/>
          </a:xfrm>
        </p:spPr>
        <p:txBody>
          <a:bodyPr/>
          <a:lstStyle/>
          <a:p>
            <a:pPr eaLnBrk="1" hangingPunct="1">
              <a:spcBef>
                <a:spcPts val="600"/>
              </a:spcBef>
            </a:pPr>
            <a:r>
              <a:rPr lang="en-US" altLang="en-US" sz="2400" dirty="0">
                <a:solidFill>
                  <a:srgbClr val="FFFF00"/>
                </a:solidFill>
              </a:rPr>
              <a:t>White House science office objected to the choice of LOR</a:t>
            </a:r>
          </a:p>
          <a:p>
            <a:pPr lvl="1" eaLnBrk="1" hangingPunct="1">
              <a:spcBef>
                <a:spcPts val="600"/>
              </a:spcBef>
            </a:pPr>
            <a:r>
              <a:rPr lang="en-US" altLang="en-US" dirty="0">
                <a:solidFill>
                  <a:srgbClr val="FFFF00"/>
                </a:solidFill>
              </a:rPr>
              <a:t>Did not trust NASA’</a:t>
            </a:r>
            <a:r>
              <a:rPr lang="en-US" altLang="ja-JP" dirty="0">
                <a:solidFill>
                  <a:srgbClr val="FFFF00"/>
                </a:solidFill>
              </a:rPr>
              <a:t>s quantitative analyses</a:t>
            </a:r>
          </a:p>
          <a:p>
            <a:pPr lvl="1" eaLnBrk="1" hangingPunct="1">
              <a:spcBef>
                <a:spcPts val="600"/>
              </a:spcBef>
            </a:pPr>
            <a:r>
              <a:rPr lang="en-US" altLang="en-US" dirty="0">
                <a:solidFill>
                  <a:srgbClr val="FFFF00"/>
                </a:solidFill>
              </a:rPr>
              <a:t>Wanted to develop various capabilities in Earth orbit for national security purposes</a:t>
            </a:r>
          </a:p>
          <a:p>
            <a:pPr eaLnBrk="1" hangingPunct="1">
              <a:spcBef>
                <a:spcPts val="600"/>
              </a:spcBef>
            </a:pPr>
            <a:r>
              <a:rPr lang="en-US" altLang="en-US" sz="2400" dirty="0">
                <a:solidFill>
                  <a:srgbClr val="FFFF00"/>
                </a:solidFill>
              </a:rPr>
              <a:t>Webb and science adviser Wiesner argued as JFK toured Huntsville on September 12, 1962</a:t>
            </a:r>
          </a:p>
          <a:p>
            <a:pPr eaLnBrk="1" hangingPunct="1">
              <a:spcBef>
                <a:spcPts val="600"/>
              </a:spcBef>
            </a:pPr>
            <a:r>
              <a:rPr lang="en-US" altLang="en-US" sz="2400" dirty="0">
                <a:solidFill>
                  <a:srgbClr val="FFFF00"/>
                </a:solidFill>
              </a:rPr>
              <a:t>In midst of Cuban Missile Crisis, JFK decided to defer choice to NASA</a:t>
            </a:r>
          </a:p>
        </p:txBody>
      </p:sp>
      <p:pic>
        <p:nvPicPr>
          <p:cNvPr id="38916" name="Picture 7">
            <a:extLst>
              <a:ext uri="{FF2B5EF4-FFF2-40B4-BE49-F238E27FC236}">
                <a16:creationId xmlns:a16="http://schemas.microsoft.com/office/drawing/2014/main" id="{977AFA9E-98AE-604A-A7EF-9C723D378BF8}"/>
              </a:ext>
            </a:extLst>
          </p:cNvPr>
          <p:cNvPicPr>
            <a:picLocks noGrp="1" noChangeAspect="1" noChangeArrowheads="1"/>
          </p:cNvPicPr>
          <p:nvPr>
            <p:ph type="body" sz="half" idx="2"/>
          </p:nvPr>
        </p:nvPicPr>
        <p:blipFill>
          <a:blip r:embed="rId3">
            <a:extLst>
              <a:ext uri="{28A0092B-C50C-407E-A947-70E740481C1C}">
                <a14:useLocalDpi xmlns:a14="http://schemas.microsoft.com/office/drawing/2010/main"/>
              </a:ext>
            </a:extLst>
          </a:blip>
          <a:srcRect/>
          <a:stretch>
            <a:fillRect/>
          </a:stretch>
        </p:blipFill>
        <p:spPr>
          <a:xfrm>
            <a:off x="6429232" y="1143000"/>
            <a:ext cx="5554306" cy="5008081"/>
          </a:xfrm>
        </p:spPr>
      </p:pic>
    </p:spTree>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3366FF"/>
        </a:solidFill>
        <a:effectLst/>
      </p:bgPr>
    </p:bg>
    <p:spTree>
      <p:nvGrpSpPr>
        <p:cNvPr id="1" name=""/>
        <p:cNvGrpSpPr/>
        <p:nvPr/>
      </p:nvGrpSpPr>
      <p:grpSpPr>
        <a:xfrm>
          <a:off x="0" y="0"/>
          <a:ext cx="0" cy="0"/>
          <a:chOff x="0" y="0"/>
          <a:chExt cx="0" cy="0"/>
        </a:xfrm>
      </p:grpSpPr>
      <p:sp>
        <p:nvSpPr>
          <p:cNvPr id="40961" name="Slide Number Placeholder 5">
            <a:extLst>
              <a:ext uri="{FF2B5EF4-FFF2-40B4-BE49-F238E27FC236}">
                <a16:creationId xmlns:a16="http://schemas.microsoft.com/office/drawing/2014/main" id="{745B65CF-B603-AD47-8FDE-CF3A225FD4D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498BAFC3-4E4E-C442-8C47-C374CBDB38FF}" type="slidenum">
              <a:rPr lang="en-US" altLang="en-US" sz="1000" b="0">
                <a:solidFill>
                  <a:schemeClr val="bg1"/>
                </a:solidFill>
              </a:rPr>
              <a:pPr/>
              <a:t>11</a:t>
            </a:fld>
            <a:endParaRPr lang="en-US" altLang="en-US" sz="1000" b="0">
              <a:solidFill>
                <a:schemeClr val="bg1"/>
              </a:solidFill>
            </a:endParaRPr>
          </a:p>
        </p:txBody>
      </p:sp>
      <p:sp>
        <p:nvSpPr>
          <p:cNvPr id="40962" name="Rectangle 2">
            <a:extLst>
              <a:ext uri="{FF2B5EF4-FFF2-40B4-BE49-F238E27FC236}">
                <a16:creationId xmlns:a16="http://schemas.microsoft.com/office/drawing/2014/main" id="{7245E60B-CD7B-4645-8092-B6309BFD89CC}"/>
              </a:ext>
            </a:extLst>
          </p:cNvPr>
          <p:cNvSpPr>
            <a:spLocks noGrp="1" noChangeArrowheads="1"/>
          </p:cNvSpPr>
          <p:nvPr>
            <p:ph type="title"/>
          </p:nvPr>
        </p:nvSpPr>
        <p:spPr>
          <a:xfrm>
            <a:off x="1049867" y="150508"/>
            <a:ext cx="10092265" cy="801688"/>
          </a:xfrm>
        </p:spPr>
        <p:txBody>
          <a:bodyPr/>
          <a:lstStyle/>
          <a:p>
            <a:pPr eaLnBrk="1" hangingPunct="1"/>
            <a:r>
              <a:rPr lang="en-US" altLang="en-US" dirty="0">
                <a:solidFill>
                  <a:srgbClr val="FFFF00"/>
                </a:solidFill>
              </a:rPr>
              <a:t>The Gemini Program 1964-1966</a:t>
            </a:r>
          </a:p>
        </p:txBody>
      </p:sp>
      <p:sp>
        <p:nvSpPr>
          <p:cNvPr id="40963" name="Rectangle 6">
            <a:extLst>
              <a:ext uri="{FF2B5EF4-FFF2-40B4-BE49-F238E27FC236}">
                <a16:creationId xmlns:a16="http://schemas.microsoft.com/office/drawing/2014/main" id="{3B3ED5D5-C244-C24E-9A35-7564B0FDFD6B}"/>
              </a:ext>
            </a:extLst>
          </p:cNvPr>
          <p:cNvSpPr>
            <a:spLocks noGrp="1" noChangeArrowheads="1"/>
          </p:cNvSpPr>
          <p:nvPr>
            <p:ph type="body" sz="half" idx="2"/>
          </p:nvPr>
        </p:nvSpPr>
        <p:spPr>
          <a:xfrm>
            <a:off x="6062132" y="1903413"/>
            <a:ext cx="5080000" cy="4741863"/>
          </a:xfrm>
        </p:spPr>
        <p:txBody>
          <a:bodyPr/>
          <a:lstStyle/>
          <a:p>
            <a:pPr eaLnBrk="1" hangingPunct="1"/>
            <a:r>
              <a:rPr lang="en-US" altLang="en-US" sz="2400" dirty="0">
                <a:solidFill>
                  <a:srgbClr val="FFFF00"/>
                </a:solidFill>
              </a:rPr>
              <a:t>Two-man crew</a:t>
            </a:r>
          </a:p>
          <a:p>
            <a:pPr eaLnBrk="1" hangingPunct="1"/>
            <a:r>
              <a:rPr lang="en-US" altLang="en-US" sz="2400" dirty="0">
                <a:solidFill>
                  <a:srgbClr val="FFFF00"/>
                </a:solidFill>
              </a:rPr>
              <a:t>Use of Titan II ICBM</a:t>
            </a:r>
          </a:p>
          <a:p>
            <a:pPr eaLnBrk="1" hangingPunct="1"/>
            <a:r>
              <a:rPr lang="en-US" altLang="en-US" sz="2400" dirty="0">
                <a:solidFill>
                  <a:srgbClr val="FFFF00"/>
                </a:solidFill>
              </a:rPr>
              <a:t>10 manned flights, 2 unmanned</a:t>
            </a:r>
          </a:p>
          <a:p>
            <a:pPr eaLnBrk="1" hangingPunct="1"/>
            <a:r>
              <a:rPr lang="en-US" altLang="en-US" sz="2400" dirty="0">
                <a:solidFill>
                  <a:srgbClr val="FFFF00"/>
                </a:solidFill>
              </a:rPr>
              <a:t>Capable of changing orbit as well as orientation</a:t>
            </a:r>
          </a:p>
          <a:p>
            <a:pPr lvl="1" eaLnBrk="1" hangingPunct="1"/>
            <a:r>
              <a:rPr lang="en-US" altLang="en-US" sz="2000" dirty="0" err="1">
                <a:solidFill>
                  <a:srgbClr val="FFFF00"/>
                </a:solidFill>
              </a:rPr>
              <a:t>Agena</a:t>
            </a:r>
            <a:r>
              <a:rPr lang="en-US" altLang="en-US" sz="2000" dirty="0">
                <a:solidFill>
                  <a:srgbClr val="FFFF00"/>
                </a:solidFill>
              </a:rPr>
              <a:t> upper stage</a:t>
            </a:r>
          </a:p>
          <a:p>
            <a:pPr eaLnBrk="1" hangingPunct="1"/>
            <a:r>
              <a:rPr lang="en-US" altLang="en-US" sz="2400" dirty="0">
                <a:solidFill>
                  <a:srgbClr val="FFFF00"/>
                </a:solidFill>
              </a:rPr>
              <a:t>Military proposals</a:t>
            </a:r>
          </a:p>
          <a:p>
            <a:pPr lvl="1" eaLnBrk="1" hangingPunct="1"/>
            <a:r>
              <a:rPr lang="en-US" altLang="en-US" sz="2000" dirty="0">
                <a:solidFill>
                  <a:srgbClr val="FFFF00"/>
                </a:solidFill>
              </a:rPr>
              <a:t>Blue Gemini</a:t>
            </a:r>
          </a:p>
          <a:p>
            <a:pPr lvl="1" eaLnBrk="1" hangingPunct="1"/>
            <a:r>
              <a:rPr lang="en-US" altLang="en-US" sz="2000" dirty="0">
                <a:solidFill>
                  <a:srgbClr val="FFFF00"/>
                </a:solidFill>
              </a:rPr>
              <a:t>Manned Orbital Laboratory</a:t>
            </a:r>
          </a:p>
        </p:txBody>
      </p:sp>
      <p:pic>
        <p:nvPicPr>
          <p:cNvPr id="40964" name="Picture 7">
            <a:extLst>
              <a:ext uri="{FF2B5EF4-FFF2-40B4-BE49-F238E27FC236}">
                <a16:creationId xmlns:a16="http://schemas.microsoft.com/office/drawing/2014/main" id="{A34E85E3-7F34-1749-86D0-EDFCFAE683AE}"/>
              </a:ext>
            </a:extLst>
          </p:cNvPr>
          <p:cNvPicPr>
            <a:picLocks noGrp="1" noChangeAspect="1" noChangeArrowheads="1"/>
          </p:cNvPicPr>
          <p:nvPr>
            <p:ph sz="half" idx="1"/>
          </p:nvPr>
        </p:nvPicPr>
        <p:blipFill>
          <a:blip r:embed="rId3" cstate="print">
            <a:extLst>
              <a:ext uri="{28A0092B-C50C-407E-A947-70E740481C1C}">
                <a14:useLocalDpi xmlns:a14="http://schemas.microsoft.com/office/drawing/2010/main"/>
              </a:ext>
            </a:extLst>
          </a:blip>
          <a:srcRect/>
          <a:stretch>
            <a:fillRect/>
          </a:stretch>
        </p:blipFill>
        <p:spPr>
          <a:xfrm>
            <a:off x="1049867" y="1114998"/>
            <a:ext cx="4321281" cy="5530278"/>
          </a:xfrm>
          <a:noFill/>
        </p:spPr>
      </p:pic>
      <p:pic>
        <p:nvPicPr>
          <p:cNvPr id="40965" name="Picture 5" descr="gemini.gif">
            <a:extLst>
              <a:ext uri="{FF2B5EF4-FFF2-40B4-BE49-F238E27FC236}">
                <a16:creationId xmlns:a16="http://schemas.microsoft.com/office/drawing/2014/main" id="{87489B93-E789-0842-8079-6DF472673CB8}"/>
              </a:ext>
            </a:extLst>
          </p:cNvPr>
          <p:cNvPicPr>
            <a:picLocks noChangeAspect="1"/>
          </p:cNvPicPr>
          <p:nvPr/>
        </p:nvPicPr>
        <p:blipFill>
          <a:blip r:embed="rId4">
            <a:extLst>
              <a:ext uri="{28A0092B-C50C-407E-A947-70E740481C1C}">
                <a14:useLocalDpi xmlns:a14="http://schemas.microsoft.com/office/drawing/2010/main"/>
              </a:ext>
            </a:extLst>
          </a:blip>
          <a:srcRect/>
          <a:stretch>
            <a:fillRect/>
          </a:stretch>
        </p:blipFill>
        <p:spPr bwMode="auto">
          <a:xfrm>
            <a:off x="9894013" y="131762"/>
            <a:ext cx="1931805" cy="1931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3366FF"/>
        </a:solidFill>
        <a:effectLst/>
      </p:bgPr>
    </p:bg>
    <p:spTree>
      <p:nvGrpSpPr>
        <p:cNvPr id="1" name=""/>
        <p:cNvGrpSpPr/>
        <p:nvPr/>
      </p:nvGrpSpPr>
      <p:grpSpPr>
        <a:xfrm>
          <a:off x="0" y="0"/>
          <a:ext cx="0" cy="0"/>
          <a:chOff x="0" y="0"/>
          <a:chExt cx="0" cy="0"/>
        </a:xfrm>
      </p:grpSpPr>
      <p:pic>
        <p:nvPicPr>
          <p:cNvPr id="43014" name="Picture 8" descr="r7_mod1_launch_B_2">
            <a:extLst>
              <a:ext uri="{FF2B5EF4-FFF2-40B4-BE49-F238E27FC236}">
                <a16:creationId xmlns:a16="http://schemas.microsoft.com/office/drawing/2014/main" id="{DCEABC99-680C-E74D-8934-4551A8E1B3B7}"/>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355654" y="3251200"/>
            <a:ext cx="2851706" cy="215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0" name="Rectangle 2">
            <a:extLst>
              <a:ext uri="{FF2B5EF4-FFF2-40B4-BE49-F238E27FC236}">
                <a16:creationId xmlns:a16="http://schemas.microsoft.com/office/drawing/2014/main" id="{663871FD-5E1B-5F4B-A010-E66DCD847445}"/>
              </a:ext>
            </a:extLst>
          </p:cNvPr>
          <p:cNvSpPr>
            <a:spLocks noGrp="1" noChangeArrowheads="1"/>
          </p:cNvSpPr>
          <p:nvPr>
            <p:ph type="title"/>
          </p:nvPr>
        </p:nvSpPr>
        <p:spPr>
          <a:xfrm>
            <a:off x="554804" y="200762"/>
            <a:ext cx="11044720" cy="801688"/>
          </a:xfrm>
        </p:spPr>
        <p:txBody>
          <a:bodyPr/>
          <a:lstStyle/>
          <a:p>
            <a:pPr eaLnBrk="1" hangingPunct="1"/>
            <a:r>
              <a:rPr lang="en-US" altLang="en-US" dirty="0">
                <a:solidFill>
                  <a:srgbClr val="FFFF00"/>
                </a:solidFill>
              </a:rPr>
              <a:t>Loss of Key Soviet Space Leaders </a:t>
            </a:r>
          </a:p>
        </p:txBody>
      </p:sp>
      <p:sp>
        <p:nvSpPr>
          <p:cNvPr id="43011" name="Rectangle 5">
            <a:extLst>
              <a:ext uri="{FF2B5EF4-FFF2-40B4-BE49-F238E27FC236}">
                <a16:creationId xmlns:a16="http://schemas.microsoft.com/office/drawing/2014/main" id="{7F971C16-084B-7F46-A78F-7D6E73D9C4EB}"/>
              </a:ext>
            </a:extLst>
          </p:cNvPr>
          <p:cNvSpPr>
            <a:spLocks noGrp="1" noChangeArrowheads="1"/>
          </p:cNvSpPr>
          <p:nvPr>
            <p:ph type="body" sz="half" idx="3"/>
          </p:nvPr>
        </p:nvSpPr>
        <p:spPr>
          <a:xfrm>
            <a:off x="5892801" y="1181101"/>
            <a:ext cx="6076592" cy="5408613"/>
          </a:xfrm>
        </p:spPr>
        <p:txBody>
          <a:bodyPr/>
          <a:lstStyle/>
          <a:p>
            <a:pPr eaLnBrk="1" hangingPunct="1">
              <a:lnSpc>
                <a:spcPct val="90000"/>
              </a:lnSpc>
            </a:pPr>
            <a:r>
              <a:rPr lang="en-US" altLang="en-US" sz="2000" dirty="0" err="1">
                <a:solidFill>
                  <a:srgbClr val="FFFF00"/>
                </a:solidFill>
              </a:rPr>
              <a:t>Nedelin</a:t>
            </a:r>
            <a:r>
              <a:rPr lang="en-US" altLang="en-US" sz="2000" dirty="0">
                <a:solidFill>
                  <a:srgbClr val="FFFF00"/>
                </a:solidFill>
              </a:rPr>
              <a:t> Disaster</a:t>
            </a:r>
          </a:p>
          <a:p>
            <a:pPr lvl="1" eaLnBrk="1" hangingPunct="1">
              <a:lnSpc>
                <a:spcPct val="90000"/>
              </a:lnSpc>
            </a:pPr>
            <a:r>
              <a:rPr lang="en-US" altLang="en-US" sz="2000" dirty="0">
                <a:solidFill>
                  <a:srgbClr val="FFFF00"/>
                </a:solidFill>
              </a:rPr>
              <a:t>Pad explosion of ICBM R-16 </a:t>
            </a:r>
          </a:p>
          <a:p>
            <a:pPr lvl="1" eaLnBrk="1" hangingPunct="1">
              <a:lnSpc>
                <a:spcPct val="90000"/>
              </a:lnSpc>
            </a:pPr>
            <a:r>
              <a:rPr lang="en-US" altLang="en-US" sz="2000" dirty="0">
                <a:solidFill>
                  <a:srgbClr val="FFFF00"/>
                </a:solidFill>
              </a:rPr>
              <a:t>October 24, 1960</a:t>
            </a:r>
          </a:p>
          <a:p>
            <a:pPr lvl="1" eaLnBrk="1" hangingPunct="1">
              <a:lnSpc>
                <a:spcPct val="90000"/>
              </a:lnSpc>
            </a:pPr>
            <a:r>
              <a:rPr lang="en-US" altLang="en-US" sz="2000" dirty="0">
                <a:solidFill>
                  <a:srgbClr val="FFFF00"/>
                </a:solidFill>
              </a:rPr>
              <a:t>Est. 130 dead including a Strategic Rocket Forces Marshall</a:t>
            </a:r>
          </a:p>
          <a:p>
            <a:pPr lvl="1" eaLnBrk="1" hangingPunct="1">
              <a:lnSpc>
                <a:spcPct val="90000"/>
              </a:lnSpc>
            </a:pPr>
            <a:r>
              <a:rPr lang="en-US" altLang="en-US" sz="2000" dirty="0">
                <a:solidFill>
                  <a:srgbClr val="FFFF00"/>
                </a:solidFill>
              </a:rPr>
              <a:t>Kept secret at the time</a:t>
            </a:r>
            <a:endParaRPr lang="en-US" altLang="en-US" sz="1800" dirty="0">
              <a:solidFill>
                <a:srgbClr val="FFFF00"/>
              </a:solidFill>
            </a:endParaRPr>
          </a:p>
          <a:p>
            <a:pPr lvl="1" eaLnBrk="1" hangingPunct="1">
              <a:lnSpc>
                <a:spcPct val="90000"/>
              </a:lnSpc>
            </a:pPr>
            <a:endParaRPr lang="en-US" altLang="en-US" sz="1800" dirty="0">
              <a:solidFill>
                <a:srgbClr val="FFFF00"/>
              </a:solidFill>
            </a:endParaRPr>
          </a:p>
          <a:p>
            <a:pPr eaLnBrk="1" hangingPunct="1">
              <a:lnSpc>
                <a:spcPct val="90000"/>
              </a:lnSpc>
            </a:pPr>
            <a:r>
              <a:rPr lang="en-US" altLang="en-US" sz="2000" dirty="0">
                <a:solidFill>
                  <a:srgbClr val="FFFF00"/>
                </a:solidFill>
              </a:rPr>
              <a:t>Sergey </a:t>
            </a:r>
            <a:r>
              <a:rPr lang="en-US" altLang="en-US" sz="2000" dirty="0" err="1">
                <a:solidFill>
                  <a:srgbClr val="FFFF00"/>
                </a:solidFill>
              </a:rPr>
              <a:t>Korolyov</a:t>
            </a:r>
            <a:endParaRPr lang="en-US" altLang="en-US" sz="2000" dirty="0">
              <a:solidFill>
                <a:srgbClr val="FFFF00"/>
              </a:solidFill>
            </a:endParaRPr>
          </a:p>
          <a:p>
            <a:pPr lvl="1" eaLnBrk="1" hangingPunct="1">
              <a:lnSpc>
                <a:spcPct val="90000"/>
              </a:lnSpc>
            </a:pPr>
            <a:r>
              <a:rPr lang="en-US" altLang="en-US" sz="2000" dirty="0">
                <a:solidFill>
                  <a:srgbClr val="FFFF00"/>
                </a:solidFill>
              </a:rPr>
              <a:t>Leader of Soviet ICBM, Sputnik, and Vostok programs</a:t>
            </a:r>
          </a:p>
          <a:p>
            <a:pPr lvl="1" eaLnBrk="1" hangingPunct="1">
              <a:lnSpc>
                <a:spcPct val="90000"/>
              </a:lnSpc>
            </a:pPr>
            <a:r>
              <a:rPr lang="en-US" altLang="en-US" sz="2000" dirty="0">
                <a:solidFill>
                  <a:srgbClr val="FFFF00"/>
                </a:solidFill>
              </a:rPr>
              <a:t>Survivor of the Gulag</a:t>
            </a:r>
          </a:p>
          <a:p>
            <a:pPr lvl="1" eaLnBrk="1" hangingPunct="1">
              <a:lnSpc>
                <a:spcPct val="90000"/>
              </a:lnSpc>
            </a:pPr>
            <a:r>
              <a:rPr lang="en-US" altLang="en-US" sz="2000" dirty="0">
                <a:solidFill>
                  <a:srgbClr val="FFFF00"/>
                </a:solidFill>
              </a:rPr>
              <a:t>Died during surgery January 14, 1966</a:t>
            </a:r>
          </a:p>
          <a:p>
            <a:pPr lvl="1" eaLnBrk="1" hangingPunct="1">
              <a:lnSpc>
                <a:spcPct val="90000"/>
              </a:lnSpc>
            </a:pPr>
            <a:endParaRPr lang="en-US" altLang="en-US" sz="2000" dirty="0">
              <a:solidFill>
                <a:srgbClr val="FFFF00"/>
              </a:solidFill>
            </a:endParaRPr>
          </a:p>
          <a:p>
            <a:pPr eaLnBrk="1" hangingPunct="1">
              <a:lnSpc>
                <a:spcPct val="90000"/>
              </a:lnSpc>
            </a:pPr>
            <a:r>
              <a:rPr lang="en-US" altLang="en-US" sz="2000" dirty="0">
                <a:solidFill>
                  <a:srgbClr val="FFFF00"/>
                </a:solidFill>
              </a:rPr>
              <a:t>See </a:t>
            </a:r>
            <a:r>
              <a:rPr lang="ja-JP" altLang="en-US" sz="2000">
                <a:solidFill>
                  <a:srgbClr val="FFFF00"/>
                </a:solidFill>
              </a:rPr>
              <a:t>“</a:t>
            </a:r>
            <a:r>
              <a:rPr lang="en-US" altLang="ja-JP" sz="2000" dirty="0">
                <a:solidFill>
                  <a:srgbClr val="FFFF00"/>
                </a:solidFill>
              </a:rPr>
              <a:t>Challenge to Apollo</a:t>
            </a:r>
            <a:r>
              <a:rPr lang="ja-JP" altLang="en-US" sz="2000">
                <a:solidFill>
                  <a:srgbClr val="FFFF00"/>
                </a:solidFill>
              </a:rPr>
              <a:t>”</a:t>
            </a:r>
            <a:r>
              <a:rPr lang="en-US" altLang="ja-JP" sz="2000" dirty="0">
                <a:solidFill>
                  <a:srgbClr val="FFFF00"/>
                </a:solidFill>
              </a:rPr>
              <a:t> by Asif A. Siddiqi</a:t>
            </a:r>
          </a:p>
          <a:p>
            <a:pPr marL="457200" lvl="1" indent="0" eaLnBrk="1" hangingPunct="1">
              <a:lnSpc>
                <a:spcPct val="90000"/>
              </a:lnSpc>
              <a:buNone/>
            </a:pPr>
            <a:endParaRPr lang="en-US" altLang="en-US" sz="1800" dirty="0">
              <a:solidFill>
                <a:srgbClr val="FFFF00"/>
              </a:solidFill>
            </a:endParaRPr>
          </a:p>
        </p:txBody>
      </p:sp>
      <p:pic>
        <p:nvPicPr>
          <p:cNvPr id="43012" name="Picture 6" descr="200px-Nedelin_Disaster_2">
            <a:extLst>
              <a:ext uri="{FF2B5EF4-FFF2-40B4-BE49-F238E27FC236}">
                <a16:creationId xmlns:a16="http://schemas.microsoft.com/office/drawing/2014/main" id="{A16469C3-7450-564D-86BE-1DB4BDA91F2B}"/>
              </a:ext>
            </a:extLst>
          </p:cNvPr>
          <p:cNvPicPr>
            <a:picLocks noGrp="1" noChangeAspect="1" noChangeArrowheads="1"/>
          </p:cNvPicPr>
          <p:nvPr>
            <p:ph sz="quarter" idx="1"/>
          </p:nvPr>
        </p:nvPicPr>
        <p:blipFill>
          <a:blip r:embed="rId3">
            <a:extLst>
              <a:ext uri="{28A0092B-C50C-407E-A947-70E740481C1C}">
                <a14:useLocalDpi xmlns:a14="http://schemas.microsoft.com/office/drawing/2010/main"/>
              </a:ext>
            </a:extLst>
          </a:blip>
          <a:srcRect/>
          <a:stretch>
            <a:fillRect/>
          </a:stretch>
        </p:blipFill>
        <p:spPr>
          <a:xfrm>
            <a:off x="2712378" y="1136650"/>
            <a:ext cx="2930973" cy="2287542"/>
          </a:xfrm>
        </p:spPr>
      </p:pic>
      <p:pic>
        <p:nvPicPr>
          <p:cNvPr id="43013" name="Picture 7" descr="225px-Sergey_Pavlovich_Korolyov">
            <a:extLst>
              <a:ext uri="{FF2B5EF4-FFF2-40B4-BE49-F238E27FC236}">
                <a16:creationId xmlns:a16="http://schemas.microsoft.com/office/drawing/2014/main" id="{390D9877-E4B8-5944-BE93-5EDBCF417309}"/>
              </a:ext>
            </a:extLst>
          </p:cNvPr>
          <p:cNvPicPr>
            <a:picLocks noGrp="1" noChangeAspect="1" noChangeArrowheads="1"/>
          </p:cNvPicPr>
          <p:nvPr>
            <p:ph sz="quarter" idx="2"/>
          </p:nvPr>
        </p:nvPicPr>
        <p:blipFill>
          <a:blip r:embed="rId4">
            <a:extLst>
              <a:ext uri="{28A0092B-C50C-407E-A947-70E740481C1C}">
                <a14:useLocalDpi xmlns:a14="http://schemas.microsoft.com/office/drawing/2010/main"/>
              </a:ext>
            </a:extLst>
          </a:blip>
          <a:srcRect/>
          <a:stretch>
            <a:fillRect/>
          </a:stretch>
        </p:blipFill>
        <p:spPr>
          <a:xfrm>
            <a:off x="3593031" y="3558392"/>
            <a:ext cx="1914098" cy="3141642"/>
          </a:xfrm>
        </p:spPr>
      </p:pic>
      <p:sp>
        <p:nvSpPr>
          <p:cNvPr id="43015" name="Text Box 9">
            <a:extLst>
              <a:ext uri="{FF2B5EF4-FFF2-40B4-BE49-F238E27FC236}">
                <a16:creationId xmlns:a16="http://schemas.microsoft.com/office/drawing/2014/main" id="{C79F53AC-C4C6-B143-877F-7C73FD6788A7}"/>
              </a:ext>
            </a:extLst>
          </p:cNvPr>
          <p:cNvSpPr txBox="1">
            <a:spLocks noChangeArrowheads="1"/>
          </p:cNvSpPr>
          <p:nvPr/>
        </p:nvSpPr>
        <p:spPr bwMode="auto">
          <a:xfrm>
            <a:off x="1066337" y="4824413"/>
            <a:ext cx="11525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r>
              <a:rPr lang="en-US" altLang="en-US" sz="1400" dirty="0"/>
              <a:t>R-7 Launch</a:t>
            </a:r>
            <a:endParaRPr lang="en-US" altLang="en-US" dirty="0"/>
          </a:p>
        </p:txBody>
      </p:sp>
    </p:spTree>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3366FF"/>
        </a:solidFill>
        <a:effectLst/>
      </p:bgPr>
    </p:bg>
    <p:spTree>
      <p:nvGrpSpPr>
        <p:cNvPr id="1" name=""/>
        <p:cNvGrpSpPr/>
        <p:nvPr/>
      </p:nvGrpSpPr>
      <p:grpSpPr>
        <a:xfrm>
          <a:off x="0" y="0"/>
          <a:ext cx="0" cy="0"/>
          <a:chOff x="0" y="0"/>
          <a:chExt cx="0" cy="0"/>
        </a:xfrm>
      </p:grpSpPr>
      <p:sp>
        <p:nvSpPr>
          <p:cNvPr id="44033" name="Slide Number Placeholder 6">
            <a:extLst>
              <a:ext uri="{FF2B5EF4-FFF2-40B4-BE49-F238E27FC236}">
                <a16:creationId xmlns:a16="http://schemas.microsoft.com/office/drawing/2014/main" id="{BBBE0E0C-0EC3-1E4F-90B7-A08E7F6D8CD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055490DB-3027-7041-9525-125B62C99778}" type="slidenum">
              <a:rPr lang="en-US" altLang="en-US" sz="1000" b="0">
                <a:solidFill>
                  <a:schemeClr val="bg1"/>
                </a:solidFill>
              </a:rPr>
              <a:pPr/>
              <a:t>13</a:t>
            </a:fld>
            <a:endParaRPr lang="en-US" altLang="en-US" sz="1000" b="0">
              <a:solidFill>
                <a:schemeClr val="bg1"/>
              </a:solidFill>
            </a:endParaRPr>
          </a:p>
        </p:txBody>
      </p:sp>
      <p:sp>
        <p:nvSpPr>
          <p:cNvPr id="44034" name="Rectangle 2">
            <a:extLst>
              <a:ext uri="{FF2B5EF4-FFF2-40B4-BE49-F238E27FC236}">
                <a16:creationId xmlns:a16="http://schemas.microsoft.com/office/drawing/2014/main" id="{76989BA6-2578-8143-9DF4-51ED18872758}"/>
              </a:ext>
            </a:extLst>
          </p:cNvPr>
          <p:cNvSpPr>
            <a:spLocks noGrp="1" noChangeArrowheads="1"/>
          </p:cNvSpPr>
          <p:nvPr>
            <p:ph type="title"/>
          </p:nvPr>
        </p:nvSpPr>
        <p:spPr>
          <a:xfrm>
            <a:off x="698643" y="254792"/>
            <a:ext cx="10757042" cy="801688"/>
          </a:xfrm>
        </p:spPr>
        <p:txBody>
          <a:bodyPr/>
          <a:lstStyle/>
          <a:p>
            <a:pPr eaLnBrk="1" hangingPunct="1"/>
            <a:r>
              <a:rPr lang="en-US" altLang="en-US" dirty="0">
                <a:solidFill>
                  <a:srgbClr val="FFFF00"/>
                </a:solidFill>
              </a:rPr>
              <a:t>Soviet N-1 Lunar Booster</a:t>
            </a:r>
          </a:p>
        </p:txBody>
      </p:sp>
      <p:sp>
        <p:nvSpPr>
          <p:cNvPr id="44035" name="Rectangle 5">
            <a:extLst>
              <a:ext uri="{FF2B5EF4-FFF2-40B4-BE49-F238E27FC236}">
                <a16:creationId xmlns:a16="http://schemas.microsoft.com/office/drawing/2014/main" id="{2401DCD1-A26B-7344-94CE-B2E1302623E3}"/>
              </a:ext>
            </a:extLst>
          </p:cNvPr>
          <p:cNvSpPr>
            <a:spLocks noGrp="1" noChangeArrowheads="1"/>
          </p:cNvSpPr>
          <p:nvPr>
            <p:ph type="body" sz="half" idx="3"/>
          </p:nvPr>
        </p:nvSpPr>
        <p:spPr>
          <a:xfrm>
            <a:off x="6096000" y="1460501"/>
            <a:ext cx="5811747" cy="4741863"/>
          </a:xfrm>
        </p:spPr>
        <p:txBody>
          <a:bodyPr/>
          <a:lstStyle/>
          <a:p>
            <a:pPr eaLnBrk="1" hangingPunct="1"/>
            <a:r>
              <a:rPr lang="en-US" altLang="en-US" sz="2400" dirty="0">
                <a:solidFill>
                  <a:srgbClr val="FFFF00"/>
                </a:solidFill>
              </a:rPr>
              <a:t>Soviet approach to the Moon was Earth orbit rendezvous. </a:t>
            </a:r>
          </a:p>
          <a:p>
            <a:pPr lvl="1" eaLnBrk="1" hangingPunct="1"/>
            <a:r>
              <a:rPr lang="en-US" altLang="en-US" sz="2000" dirty="0">
                <a:solidFill>
                  <a:srgbClr val="FFFF00"/>
                </a:solidFill>
              </a:rPr>
              <a:t>Multiple launches to build up a complete package</a:t>
            </a:r>
          </a:p>
          <a:p>
            <a:pPr lvl="1" eaLnBrk="1" hangingPunct="1"/>
            <a:r>
              <a:rPr lang="en-US" altLang="en-US" sz="2000" dirty="0">
                <a:solidFill>
                  <a:srgbClr val="FFFF00"/>
                </a:solidFill>
              </a:rPr>
              <a:t>One for the Soyuz, another for the lunar lander and additional launches with fuel</a:t>
            </a:r>
          </a:p>
          <a:p>
            <a:pPr lvl="1" eaLnBrk="1" hangingPunct="1"/>
            <a:endParaRPr lang="en-US" altLang="en-US" sz="2000" dirty="0">
              <a:solidFill>
                <a:srgbClr val="FFFF00"/>
              </a:solidFill>
            </a:endParaRPr>
          </a:p>
          <a:p>
            <a:pPr eaLnBrk="1" hangingPunct="1"/>
            <a:r>
              <a:rPr lang="en-US" altLang="en-US" sz="2400" dirty="0">
                <a:solidFill>
                  <a:srgbClr val="FFFF00"/>
                </a:solidFill>
              </a:rPr>
              <a:t>Multiple test flight failures</a:t>
            </a:r>
          </a:p>
          <a:p>
            <a:pPr lvl="1" eaLnBrk="1" hangingPunct="1"/>
            <a:r>
              <a:rPr lang="en-US" altLang="en-US" sz="2000" dirty="0">
                <a:solidFill>
                  <a:srgbClr val="FFFF00"/>
                </a:solidFill>
              </a:rPr>
              <a:t>February 21, 1969</a:t>
            </a:r>
          </a:p>
          <a:p>
            <a:pPr lvl="1" eaLnBrk="1" hangingPunct="1"/>
            <a:r>
              <a:rPr lang="en-US" altLang="en-US" sz="2000" dirty="0">
                <a:solidFill>
                  <a:srgbClr val="FFFF00"/>
                </a:solidFill>
              </a:rPr>
              <a:t>July 3, 1969</a:t>
            </a:r>
          </a:p>
          <a:p>
            <a:pPr lvl="1" eaLnBrk="1" hangingPunct="1"/>
            <a:r>
              <a:rPr lang="en-US" altLang="en-US" sz="2000" dirty="0">
                <a:solidFill>
                  <a:srgbClr val="FFFF00"/>
                </a:solidFill>
              </a:rPr>
              <a:t>June 27, 1971</a:t>
            </a:r>
          </a:p>
          <a:p>
            <a:pPr lvl="1" eaLnBrk="1" hangingPunct="1"/>
            <a:r>
              <a:rPr lang="en-US" altLang="en-US" sz="2000" dirty="0">
                <a:solidFill>
                  <a:srgbClr val="FFFF00"/>
                </a:solidFill>
              </a:rPr>
              <a:t>November 23, 1972</a:t>
            </a:r>
          </a:p>
        </p:txBody>
      </p:sp>
      <p:pic>
        <p:nvPicPr>
          <p:cNvPr id="44036" name="Picture 6" descr="180px-N1-1">
            <a:extLst>
              <a:ext uri="{FF2B5EF4-FFF2-40B4-BE49-F238E27FC236}">
                <a16:creationId xmlns:a16="http://schemas.microsoft.com/office/drawing/2014/main" id="{15F193E7-6DA1-6C4A-84AD-B42BBA0F6A33}"/>
              </a:ext>
            </a:extLst>
          </p:cNvPr>
          <p:cNvPicPr>
            <a:picLocks noGrp="1" noChangeAspect="1" noChangeArrowheads="1"/>
          </p:cNvPicPr>
          <p:nvPr>
            <p:ph sz="quarter" idx="2"/>
          </p:nvPr>
        </p:nvPicPr>
        <p:blipFill>
          <a:blip r:embed="rId3">
            <a:extLst>
              <a:ext uri="{28A0092B-C50C-407E-A947-70E740481C1C}">
                <a14:useLocalDpi xmlns:a14="http://schemas.microsoft.com/office/drawing/2010/main"/>
              </a:ext>
            </a:extLst>
          </a:blip>
          <a:srcRect/>
          <a:stretch>
            <a:fillRect/>
          </a:stretch>
        </p:blipFill>
        <p:spPr>
          <a:xfrm>
            <a:off x="3223294" y="3347361"/>
            <a:ext cx="2571355" cy="3255848"/>
          </a:xfrm>
        </p:spPr>
      </p:pic>
      <p:pic>
        <p:nvPicPr>
          <p:cNvPr id="44037" name="Picture 7" descr="270px-GPN-2002-000188">
            <a:extLst>
              <a:ext uri="{FF2B5EF4-FFF2-40B4-BE49-F238E27FC236}">
                <a16:creationId xmlns:a16="http://schemas.microsoft.com/office/drawing/2014/main" id="{078F30E1-F283-5D49-ADED-535EAC197D38}"/>
              </a:ext>
            </a:extLst>
          </p:cNvPr>
          <p:cNvPicPr>
            <a:picLocks noGrp="1" noChangeAspect="1" noChangeArrowheads="1"/>
          </p:cNvPicPr>
          <p:nvPr>
            <p:ph sz="quarter" idx="1"/>
          </p:nvPr>
        </p:nvPicPr>
        <p:blipFill>
          <a:blip r:embed="rId4">
            <a:extLst>
              <a:ext uri="{28A0092B-C50C-407E-A947-70E740481C1C}">
                <a14:useLocalDpi xmlns:a14="http://schemas.microsoft.com/office/drawing/2010/main"/>
              </a:ext>
            </a:extLst>
          </a:blip>
          <a:srcRect/>
          <a:stretch>
            <a:fillRect/>
          </a:stretch>
        </p:blipFill>
        <p:spPr>
          <a:xfrm>
            <a:off x="429979" y="1460501"/>
            <a:ext cx="2642640" cy="3397347"/>
          </a:xfrm>
        </p:spPr>
      </p:pic>
    </p:spTree>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3366FF"/>
        </a:solidFill>
        <a:effectLst/>
      </p:bgPr>
    </p:bg>
    <p:spTree>
      <p:nvGrpSpPr>
        <p:cNvPr id="1" name=""/>
        <p:cNvGrpSpPr/>
        <p:nvPr/>
      </p:nvGrpSpPr>
      <p:grpSpPr>
        <a:xfrm>
          <a:off x="0" y="0"/>
          <a:ext cx="0" cy="0"/>
          <a:chOff x="0" y="0"/>
          <a:chExt cx="0" cy="0"/>
        </a:xfrm>
      </p:grpSpPr>
      <p:sp>
        <p:nvSpPr>
          <p:cNvPr id="46081" name="Slide Number Placeholder 6">
            <a:extLst>
              <a:ext uri="{FF2B5EF4-FFF2-40B4-BE49-F238E27FC236}">
                <a16:creationId xmlns:a16="http://schemas.microsoft.com/office/drawing/2014/main" id="{33E8CB07-3E06-314E-B0B8-7EA8B2E3C6D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03CC35D9-38AA-DF4B-AB73-4442E356D031}" type="slidenum">
              <a:rPr lang="en-US" altLang="en-US" sz="1000" b="0">
                <a:solidFill>
                  <a:schemeClr val="bg1"/>
                </a:solidFill>
              </a:rPr>
              <a:pPr/>
              <a:t>14</a:t>
            </a:fld>
            <a:endParaRPr lang="en-US" altLang="en-US" sz="1000" b="0">
              <a:solidFill>
                <a:schemeClr val="bg1"/>
              </a:solidFill>
            </a:endParaRPr>
          </a:p>
        </p:txBody>
      </p:sp>
      <p:sp>
        <p:nvSpPr>
          <p:cNvPr id="46082" name="Rectangle 2">
            <a:extLst>
              <a:ext uri="{FF2B5EF4-FFF2-40B4-BE49-F238E27FC236}">
                <a16:creationId xmlns:a16="http://schemas.microsoft.com/office/drawing/2014/main" id="{1CD31BD3-2287-CE4E-97C5-2DAE26A63373}"/>
              </a:ext>
            </a:extLst>
          </p:cNvPr>
          <p:cNvSpPr>
            <a:spLocks noGrp="1" noChangeArrowheads="1"/>
          </p:cNvSpPr>
          <p:nvPr>
            <p:ph type="title"/>
          </p:nvPr>
        </p:nvSpPr>
        <p:spPr>
          <a:xfrm>
            <a:off x="466048" y="234730"/>
            <a:ext cx="11209105" cy="801688"/>
          </a:xfrm>
        </p:spPr>
        <p:txBody>
          <a:bodyPr/>
          <a:lstStyle/>
          <a:p>
            <a:pPr eaLnBrk="1" hangingPunct="1"/>
            <a:r>
              <a:rPr lang="en-US" altLang="en-US" dirty="0">
                <a:solidFill>
                  <a:srgbClr val="FFFF00"/>
                </a:solidFill>
              </a:rPr>
              <a:t>Soviet Human Spaceflight Losses</a:t>
            </a:r>
          </a:p>
        </p:txBody>
      </p:sp>
      <p:sp>
        <p:nvSpPr>
          <p:cNvPr id="46083" name="Rectangle 3">
            <a:extLst>
              <a:ext uri="{FF2B5EF4-FFF2-40B4-BE49-F238E27FC236}">
                <a16:creationId xmlns:a16="http://schemas.microsoft.com/office/drawing/2014/main" id="{1D8D19EB-78C6-0349-82B1-F656F8D8A77C}"/>
              </a:ext>
            </a:extLst>
          </p:cNvPr>
          <p:cNvSpPr>
            <a:spLocks noGrp="1" noChangeArrowheads="1"/>
          </p:cNvSpPr>
          <p:nvPr>
            <p:ph type="body" sz="half" idx="3"/>
          </p:nvPr>
        </p:nvSpPr>
        <p:spPr>
          <a:xfrm>
            <a:off x="6070601" y="1374776"/>
            <a:ext cx="5970711" cy="5051425"/>
          </a:xfrm>
        </p:spPr>
        <p:txBody>
          <a:bodyPr/>
          <a:lstStyle/>
          <a:p>
            <a:pPr eaLnBrk="1" hangingPunct="1">
              <a:lnSpc>
                <a:spcPct val="90000"/>
              </a:lnSpc>
            </a:pPr>
            <a:r>
              <a:rPr lang="en-US" altLang="en-US" sz="2000" dirty="0">
                <a:solidFill>
                  <a:srgbClr val="FFFF00"/>
                </a:solidFill>
              </a:rPr>
              <a:t>Soyuz 1</a:t>
            </a:r>
          </a:p>
          <a:p>
            <a:pPr lvl="1" eaLnBrk="1" hangingPunct="1">
              <a:lnSpc>
                <a:spcPct val="90000"/>
              </a:lnSpc>
            </a:pPr>
            <a:r>
              <a:rPr lang="en-US" altLang="en-US" sz="2000" dirty="0">
                <a:solidFill>
                  <a:srgbClr val="FFFF00"/>
                </a:solidFill>
              </a:rPr>
              <a:t>April 24, 1967 </a:t>
            </a:r>
          </a:p>
          <a:p>
            <a:pPr lvl="1" eaLnBrk="1" hangingPunct="1">
              <a:lnSpc>
                <a:spcPct val="90000"/>
              </a:lnSpc>
            </a:pPr>
            <a:r>
              <a:rPr lang="en-US" altLang="en-US" sz="2000" dirty="0">
                <a:solidFill>
                  <a:srgbClr val="FFFF00"/>
                </a:solidFill>
              </a:rPr>
              <a:t>Multiple problems on orbit</a:t>
            </a:r>
          </a:p>
          <a:p>
            <a:pPr lvl="1" eaLnBrk="1" hangingPunct="1">
              <a:lnSpc>
                <a:spcPct val="90000"/>
              </a:lnSpc>
            </a:pPr>
            <a:r>
              <a:rPr lang="en-US" altLang="en-US" sz="2000" dirty="0">
                <a:solidFill>
                  <a:srgbClr val="FFFF00"/>
                </a:solidFill>
              </a:rPr>
              <a:t>Parachute failure</a:t>
            </a:r>
          </a:p>
          <a:p>
            <a:pPr lvl="1" eaLnBrk="1" hangingPunct="1">
              <a:lnSpc>
                <a:spcPct val="90000"/>
              </a:lnSpc>
            </a:pPr>
            <a:r>
              <a:rPr lang="en-US" altLang="en-US" sz="2000" dirty="0">
                <a:solidFill>
                  <a:srgbClr val="FFFF00"/>
                </a:solidFill>
              </a:rPr>
              <a:t>Intercepted communications</a:t>
            </a:r>
          </a:p>
          <a:p>
            <a:pPr lvl="1" eaLnBrk="1" hangingPunct="1">
              <a:lnSpc>
                <a:spcPct val="90000"/>
              </a:lnSpc>
            </a:pPr>
            <a:r>
              <a:rPr lang="en-US" altLang="en-US" sz="2000" dirty="0">
                <a:solidFill>
                  <a:srgbClr val="FFFF00"/>
                </a:solidFill>
              </a:rPr>
              <a:t>Colonel Vladimir Komarov killed on impact</a:t>
            </a:r>
          </a:p>
          <a:p>
            <a:pPr lvl="1" eaLnBrk="1" hangingPunct="1">
              <a:lnSpc>
                <a:spcPct val="90000"/>
              </a:lnSpc>
            </a:pPr>
            <a:r>
              <a:rPr lang="en-US" altLang="en-US" sz="2000" dirty="0">
                <a:solidFill>
                  <a:srgbClr val="FFFF00"/>
                </a:solidFill>
              </a:rPr>
              <a:t>First in-flight fatality</a:t>
            </a:r>
          </a:p>
          <a:p>
            <a:pPr lvl="1" eaLnBrk="1" hangingPunct="1">
              <a:lnSpc>
                <a:spcPct val="90000"/>
              </a:lnSpc>
            </a:pPr>
            <a:endParaRPr lang="en-US" altLang="en-US" sz="2000" dirty="0">
              <a:solidFill>
                <a:srgbClr val="FFFF00"/>
              </a:solidFill>
            </a:endParaRPr>
          </a:p>
          <a:p>
            <a:pPr eaLnBrk="1" hangingPunct="1">
              <a:lnSpc>
                <a:spcPct val="90000"/>
              </a:lnSpc>
            </a:pPr>
            <a:r>
              <a:rPr lang="en-US" altLang="en-US" sz="2000" dirty="0">
                <a:solidFill>
                  <a:srgbClr val="FFFF00"/>
                </a:solidFill>
              </a:rPr>
              <a:t>Salyut 11</a:t>
            </a:r>
          </a:p>
          <a:p>
            <a:pPr lvl="1" eaLnBrk="1" hangingPunct="1">
              <a:lnSpc>
                <a:spcPct val="90000"/>
              </a:lnSpc>
            </a:pPr>
            <a:r>
              <a:rPr lang="en-US" altLang="en-US" sz="2000" dirty="0">
                <a:solidFill>
                  <a:srgbClr val="FFFF00"/>
                </a:solidFill>
              </a:rPr>
              <a:t>June 30, 1971, </a:t>
            </a:r>
          </a:p>
          <a:p>
            <a:pPr lvl="1" eaLnBrk="1" hangingPunct="1">
              <a:lnSpc>
                <a:spcPct val="90000"/>
              </a:lnSpc>
            </a:pPr>
            <a:r>
              <a:rPr lang="en-US" altLang="en-US" sz="2000" dirty="0">
                <a:solidFill>
                  <a:srgbClr val="FFFF00"/>
                </a:solidFill>
              </a:rPr>
              <a:t>23 days on-orbit, nominal landing</a:t>
            </a:r>
          </a:p>
          <a:p>
            <a:pPr lvl="1" eaLnBrk="1" hangingPunct="1">
              <a:lnSpc>
                <a:spcPct val="90000"/>
              </a:lnSpc>
            </a:pPr>
            <a:r>
              <a:rPr lang="en-US" altLang="en-US" sz="2000" dirty="0">
                <a:solidFill>
                  <a:srgbClr val="FFFF00"/>
                </a:solidFill>
              </a:rPr>
              <a:t>3 crew lost due to depressurization on re-entry</a:t>
            </a:r>
          </a:p>
          <a:p>
            <a:pPr lvl="1" eaLnBrk="1" hangingPunct="1">
              <a:lnSpc>
                <a:spcPct val="90000"/>
              </a:lnSpc>
            </a:pPr>
            <a:r>
              <a:rPr lang="en-US" altLang="en-US" sz="2000" dirty="0">
                <a:solidFill>
                  <a:srgbClr val="FFFF00"/>
                </a:solidFill>
              </a:rPr>
              <a:t>No 3-man crew until 1980 with Soyuz-T</a:t>
            </a:r>
          </a:p>
        </p:txBody>
      </p:sp>
      <p:pic>
        <p:nvPicPr>
          <p:cNvPr id="46084" name="Picture 6" descr="175px-Soviet_Union-1964-stamp-Vladimir_Mikhailovich_Komarov">
            <a:extLst>
              <a:ext uri="{FF2B5EF4-FFF2-40B4-BE49-F238E27FC236}">
                <a16:creationId xmlns:a16="http://schemas.microsoft.com/office/drawing/2014/main" id="{189217F2-0301-214A-95D0-E3086F60537B}"/>
              </a:ext>
            </a:extLst>
          </p:cNvPr>
          <p:cNvPicPr>
            <a:picLocks noGrp="1" noChangeAspect="1" noChangeArrowheads="1"/>
          </p:cNvPicPr>
          <p:nvPr>
            <p:ph sz="quarter" idx="1"/>
          </p:nvPr>
        </p:nvPicPr>
        <p:blipFill>
          <a:blip r:embed="rId2">
            <a:extLst>
              <a:ext uri="{28A0092B-C50C-407E-A947-70E740481C1C}">
                <a14:useLocalDpi xmlns:a14="http://schemas.microsoft.com/office/drawing/2010/main"/>
              </a:ext>
            </a:extLst>
          </a:blip>
          <a:srcRect/>
          <a:stretch>
            <a:fillRect/>
          </a:stretch>
        </p:blipFill>
        <p:spPr>
          <a:xfrm>
            <a:off x="532920" y="1278731"/>
            <a:ext cx="3504824" cy="2544961"/>
          </a:xfrm>
        </p:spPr>
      </p:pic>
      <p:pic>
        <p:nvPicPr>
          <p:cNvPr id="46085" name="Picture 7" descr="201px-Soyuz-11">
            <a:extLst>
              <a:ext uri="{FF2B5EF4-FFF2-40B4-BE49-F238E27FC236}">
                <a16:creationId xmlns:a16="http://schemas.microsoft.com/office/drawing/2014/main" id="{A3BFEB21-8929-7349-89B3-88569407A363}"/>
              </a:ext>
            </a:extLst>
          </p:cNvPr>
          <p:cNvPicPr>
            <a:picLocks noGrp="1" noChangeAspect="1" noChangeArrowheads="1"/>
          </p:cNvPicPr>
          <p:nvPr>
            <p:ph sz="quarter" idx="2"/>
          </p:nvPr>
        </p:nvPicPr>
        <p:blipFill>
          <a:blip r:embed="rId3">
            <a:extLst>
              <a:ext uri="{28A0092B-C50C-407E-A947-70E740481C1C}">
                <a14:useLocalDpi xmlns:a14="http://schemas.microsoft.com/office/drawing/2010/main"/>
              </a:ext>
            </a:extLst>
          </a:blip>
          <a:srcRect/>
          <a:stretch>
            <a:fillRect/>
          </a:stretch>
        </p:blipFill>
        <p:spPr>
          <a:xfrm>
            <a:off x="2116832" y="4170164"/>
            <a:ext cx="3791041" cy="2544961"/>
          </a:xfrm>
        </p:spPr>
      </p:pic>
    </p:spTree>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FB584EE-5782-E84B-B516-F4E0D88A97DF}"/>
              </a:ext>
            </a:extLst>
          </p:cNvPr>
          <p:cNvSpPr>
            <a:spLocks noGrp="1"/>
          </p:cNvSpPr>
          <p:nvPr>
            <p:ph type="sldNum" sz="quarter" idx="11"/>
          </p:nvPr>
        </p:nvSpPr>
        <p:spPr/>
        <p:txBody>
          <a:bodyPr/>
          <a:lstStyle/>
          <a:p>
            <a:fld id="{3990D989-9566-A644-BE1A-69008BEE87C4}" type="slidenum">
              <a:rPr lang="en-US" altLang="en-US" smtClean="0"/>
              <a:pPr/>
              <a:t>15</a:t>
            </a:fld>
            <a:endParaRPr lang="en-US" altLang="en-US"/>
          </a:p>
        </p:txBody>
      </p:sp>
      <p:pic>
        <p:nvPicPr>
          <p:cNvPr id="4" name="Picture 3">
            <a:extLst>
              <a:ext uri="{FF2B5EF4-FFF2-40B4-BE49-F238E27FC236}">
                <a16:creationId xmlns:a16="http://schemas.microsoft.com/office/drawing/2014/main" id="{5A888240-A1F5-F74D-85D1-7A5474A8DE66}"/>
              </a:ext>
            </a:extLst>
          </p:cNvPr>
          <p:cNvPicPr>
            <a:picLocks noChangeAspect="1"/>
          </p:cNvPicPr>
          <p:nvPr/>
        </p:nvPicPr>
        <p:blipFill>
          <a:blip r:embed="rId2"/>
          <a:stretch>
            <a:fillRect/>
          </a:stretch>
        </p:blipFill>
        <p:spPr>
          <a:xfrm>
            <a:off x="0" y="0"/>
            <a:ext cx="9183851" cy="6858000"/>
          </a:xfrm>
          <a:prstGeom prst="rect">
            <a:avLst/>
          </a:prstGeom>
        </p:spPr>
      </p:pic>
      <p:pic>
        <p:nvPicPr>
          <p:cNvPr id="5" name="Content Placeholder 4">
            <a:extLst>
              <a:ext uri="{FF2B5EF4-FFF2-40B4-BE49-F238E27FC236}">
                <a16:creationId xmlns:a16="http://schemas.microsoft.com/office/drawing/2014/main" id="{7555C2F2-9166-2B4E-A135-1542FBEACFB8}"/>
              </a:ext>
            </a:extLst>
          </p:cNvPr>
          <p:cNvPicPr>
            <a:picLocks noChangeAspect="1"/>
          </p:cNvPicPr>
          <p:nvPr/>
        </p:nvPicPr>
        <p:blipFill>
          <a:blip r:embed="rId3" cstate="print">
            <a:extLst>
              <a:ext uri="{28A0092B-C50C-407E-A947-70E740481C1C}">
                <a14:useLocalDpi xmlns:a14="http://schemas.microsoft.com/office/drawing/2010/main"/>
              </a:ext>
            </a:extLst>
          </a:blip>
          <a:srcRect l="-903" t="2" r="-37859" b="-69669"/>
          <a:stretch>
            <a:fillRect/>
          </a:stretch>
        </p:blipFill>
        <p:spPr>
          <a:xfrm>
            <a:off x="9633934" y="291818"/>
            <a:ext cx="2946400" cy="3667125"/>
          </a:xfrm>
          <a:prstGeom prst="rect">
            <a:avLst/>
          </a:prstGeom>
        </p:spPr>
      </p:pic>
      <p:pic>
        <p:nvPicPr>
          <p:cNvPr id="6" name="Picture 6" descr="s66-58038-EDIT.jpg">
            <a:extLst>
              <a:ext uri="{FF2B5EF4-FFF2-40B4-BE49-F238E27FC236}">
                <a16:creationId xmlns:a16="http://schemas.microsoft.com/office/drawing/2014/main" id="{1E3FAAFF-17A8-A944-8C15-D40C99C26182}"/>
              </a:ext>
            </a:extLst>
          </p:cNvPr>
          <p:cNvPicPr>
            <a:picLocks noChangeAspect="1"/>
          </p:cNvPicPr>
          <p:nvPr/>
        </p:nvPicPr>
        <p:blipFill>
          <a:blip r:embed="rId4">
            <a:extLst>
              <a:ext uri="{28A0092B-C50C-407E-A947-70E740481C1C}">
                <a14:useLocalDpi xmlns:a14="http://schemas.microsoft.com/office/drawing/2010/main"/>
              </a:ext>
            </a:extLst>
          </a:blip>
          <a:srcRect/>
          <a:stretch>
            <a:fillRect/>
          </a:stretch>
        </p:blipFill>
        <p:spPr bwMode="auto">
          <a:xfrm>
            <a:off x="9183851" y="2824483"/>
            <a:ext cx="3008149" cy="242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36711898"/>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9" name="Picture 12" descr="lbj-and-richard-russell.jpg"/>
          <p:cNvPicPr>
            <a:picLocks noChangeAspect="1"/>
          </p:cNvPicPr>
          <p:nvPr/>
        </p:nvPicPr>
        <p:blipFill>
          <a:blip r:embed="rId3" cstate="print">
            <a:alphaModFix amt="30000"/>
            <a:extLst>
              <a:ext uri="{28A0092B-C50C-407E-A947-70E740481C1C}">
                <a14:useLocalDpi xmlns:a14="http://schemas.microsoft.com/office/drawing/2010/main"/>
              </a:ext>
            </a:extLst>
          </a:blip>
          <a:srcRect/>
          <a:stretch>
            <a:fillRect/>
          </a:stretch>
        </p:blipFill>
        <p:spPr bwMode="auto">
          <a:xfrm>
            <a:off x="1301751" y="0"/>
            <a:ext cx="9414223" cy="6858000"/>
          </a:xfrm>
          <a:prstGeom prst="rect">
            <a:avLst/>
          </a:prstGeom>
          <a:noFill/>
          <a:ln>
            <a:noFill/>
          </a:ln>
          <a:extLst>
            <a:ext uri="{909E8E84-426E-40dd-AFC4-6F175D3DCCD1}">
              <a14:hiddenFill xmlns:a14="http://schemas.microsoft.com/office/drawing/2010/main" xmlns="">
                <a:solidFill>
                  <a:srgbClr val="FFFFFF">
                    <a:alpha val="30196"/>
                  </a:srgbClr>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1505" name="Title 7"/>
          <p:cNvSpPr>
            <a:spLocks noGrp="1"/>
          </p:cNvSpPr>
          <p:nvPr>
            <p:ph type="title"/>
          </p:nvPr>
        </p:nvSpPr>
        <p:spPr/>
        <p:txBody>
          <a:bodyPr/>
          <a:lstStyle/>
          <a:p>
            <a:r>
              <a:rPr lang="en-US" altLang="en-US" sz="3200" dirty="0"/>
              <a:t>Lyndon Baines Johnson 1957-69</a:t>
            </a:r>
          </a:p>
        </p:txBody>
      </p:sp>
      <p:sp>
        <p:nvSpPr>
          <p:cNvPr id="21506"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fld id="{C410635D-5BEC-E74B-B009-414085A6B10A}" type="slidenum">
              <a:rPr lang="en-US" altLang="en-US" sz="1000" b="0">
                <a:solidFill>
                  <a:schemeClr val="bg1"/>
                </a:solidFill>
              </a:rPr>
              <a:pPr/>
              <a:t>16</a:t>
            </a:fld>
            <a:endParaRPr lang="en-US" altLang="en-US" sz="1000" b="0">
              <a:solidFill>
                <a:schemeClr val="bg1"/>
              </a:solidFill>
            </a:endParaRPr>
          </a:p>
        </p:txBody>
      </p:sp>
      <p:sp>
        <p:nvSpPr>
          <p:cNvPr id="21507" name="TextBox 10"/>
          <p:cNvSpPr txBox="1">
            <a:spLocks noChangeArrowheads="1"/>
          </p:cNvSpPr>
          <p:nvPr/>
        </p:nvSpPr>
        <p:spPr bwMode="auto">
          <a:xfrm>
            <a:off x="1679889" y="1074738"/>
            <a:ext cx="3873500" cy="55705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b="1">
                <a:solidFill>
                  <a:schemeClr val="tx1"/>
                </a:solidFill>
                <a:latin typeface="Arial" charset="0"/>
                <a:ea typeface="ＭＳ Ｐゴシック" charset="-128"/>
              </a:defRPr>
            </a:lvl1pPr>
            <a:lvl2pPr>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r>
              <a:rPr lang="en-US" altLang="en-US" u="sng" dirty="0"/>
              <a:t>As Senator</a:t>
            </a:r>
          </a:p>
          <a:p>
            <a:pPr>
              <a:buFont typeface="Arial" charset="0"/>
              <a:buChar char="•"/>
            </a:pPr>
            <a:r>
              <a:rPr lang="en-US" altLang="en-US" dirty="0"/>
              <a:t> National Security</a:t>
            </a:r>
          </a:p>
          <a:p>
            <a:pPr lvl="1"/>
            <a:r>
              <a:rPr lang="en-US" altLang="en-US" sz="2000" dirty="0"/>
              <a:t>1957 Missile gap hearings</a:t>
            </a:r>
          </a:p>
          <a:p>
            <a:pPr lvl="1"/>
            <a:r>
              <a:rPr lang="en-US" altLang="en-US" sz="2000" dirty="0"/>
              <a:t>1958 Civilian NASA</a:t>
            </a:r>
          </a:p>
          <a:p>
            <a:pPr lvl="1"/>
            <a:endParaRPr lang="en-US" altLang="en-US" sz="2000" dirty="0"/>
          </a:p>
          <a:p>
            <a:r>
              <a:rPr lang="ja-JP" altLang="en-US" sz="1600"/>
              <a:t>“</a:t>
            </a:r>
            <a:r>
              <a:rPr lang="en-US" altLang="ja-JP" sz="1600" dirty="0"/>
              <a:t>I do not believe that this generation of Americans is willing to resign itself to going to bed each night by the light of a Communist moon</a:t>
            </a:r>
            <a:r>
              <a:rPr lang="ja-JP" altLang="en-US" sz="1600"/>
              <a:t>”</a:t>
            </a:r>
            <a:r>
              <a:rPr lang="en-US" altLang="ja-JP" sz="1600" dirty="0"/>
              <a:t>.</a:t>
            </a:r>
          </a:p>
          <a:p>
            <a:pPr lvl="1"/>
            <a:endParaRPr lang="en-US" altLang="en-US" sz="2000" dirty="0"/>
          </a:p>
          <a:p>
            <a:pPr>
              <a:buFont typeface="Arial" charset="0"/>
              <a:buChar char="•"/>
            </a:pPr>
            <a:r>
              <a:rPr lang="en-US" altLang="en-US" dirty="0"/>
              <a:t> Personal and party politics</a:t>
            </a:r>
          </a:p>
          <a:p>
            <a:pPr lvl="1"/>
            <a:r>
              <a:rPr lang="en-US" altLang="en-US" sz="2000" dirty="0"/>
              <a:t>1960 Election</a:t>
            </a:r>
          </a:p>
          <a:p>
            <a:pPr>
              <a:buFont typeface="Arial" charset="0"/>
              <a:buChar char="•"/>
            </a:pPr>
            <a:r>
              <a:rPr lang="en-US" altLang="en-US" dirty="0"/>
              <a:t> Domestic social advancement</a:t>
            </a:r>
          </a:p>
          <a:p>
            <a:pPr lvl="1"/>
            <a:r>
              <a:rPr lang="en-US" altLang="en-US" sz="2000" dirty="0"/>
              <a:t>Later the Great Society</a:t>
            </a:r>
            <a:endParaRPr lang="en-US" altLang="en-US" dirty="0"/>
          </a:p>
          <a:p>
            <a:endParaRPr lang="en-US" altLang="en-US" dirty="0"/>
          </a:p>
        </p:txBody>
      </p:sp>
      <p:sp>
        <p:nvSpPr>
          <p:cNvPr id="21508" name="TextBox 11"/>
          <p:cNvSpPr txBox="1">
            <a:spLocks noChangeArrowheads="1"/>
          </p:cNvSpPr>
          <p:nvPr/>
        </p:nvSpPr>
        <p:spPr bwMode="auto">
          <a:xfrm>
            <a:off x="6181411" y="1074738"/>
            <a:ext cx="4330700" cy="53324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b="1">
                <a:solidFill>
                  <a:schemeClr val="tx1"/>
                </a:solidFill>
                <a:latin typeface="Arial" charset="0"/>
                <a:ea typeface="ＭＳ Ｐゴシック" charset="-128"/>
              </a:defRPr>
            </a:lvl1pPr>
            <a:lvl2pPr>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r>
              <a:rPr lang="en-US" altLang="en-US" u="sng" dirty="0"/>
              <a:t>As Vice President</a:t>
            </a:r>
          </a:p>
          <a:p>
            <a:pPr>
              <a:buFont typeface="Arial" charset="0"/>
              <a:buChar char="•"/>
            </a:pPr>
            <a:r>
              <a:rPr lang="en-US" altLang="en-US" dirty="0"/>
              <a:t> National Aeronautics and  </a:t>
            </a:r>
          </a:p>
          <a:p>
            <a:r>
              <a:rPr lang="en-US" altLang="en-US" dirty="0"/>
              <a:t>  Space Council</a:t>
            </a:r>
          </a:p>
          <a:p>
            <a:pPr marL="0" lvl="1">
              <a:buFont typeface="Arial" charset="0"/>
              <a:buChar char="•"/>
            </a:pPr>
            <a:r>
              <a:rPr lang="en-US" altLang="en-US" dirty="0"/>
              <a:t> MSC in Houston 1961</a:t>
            </a:r>
          </a:p>
          <a:p>
            <a:endParaRPr lang="en-US" altLang="en-US" dirty="0"/>
          </a:p>
          <a:p>
            <a:r>
              <a:rPr lang="en-US" altLang="en-US" u="sng" dirty="0"/>
              <a:t>As President</a:t>
            </a:r>
          </a:p>
          <a:p>
            <a:pPr>
              <a:buFont typeface="Arial" charset="0"/>
              <a:buChar char="•"/>
            </a:pPr>
            <a:r>
              <a:rPr lang="en-US" altLang="en-US" dirty="0"/>
              <a:t> No new space </a:t>
            </a:r>
          </a:p>
          <a:p>
            <a:r>
              <a:rPr lang="en-US" altLang="en-US" dirty="0"/>
              <a:t>  commitments in FY65</a:t>
            </a:r>
          </a:p>
          <a:p>
            <a:pPr>
              <a:buFont typeface="Arial" charset="0"/>
              <a:buChar char="•"/>
            </a:pPr>
            <a:r>
              <a:rPr lang="en-US" altLang="en-US" dirty="0"/>
              <a:t> Budgetary constraints</a:t>
            </a:r>
          </a:p>
          <a:p>
            <a:pPr>
              <a:buFont typeface="Arial" charset="0"/>
              <a:buChar char="•"/>
            </a:pPr>
            <a:r>
              <a:rPr lang="en-US" altLang="en-US" dirty="0"/>
              <a:t> 1967 Outer Space Treaty </a:t>
            </a:r>
          </a:p>
          <a:p>
            <a:r>
              <a:rPr lang="en-US" altLang="en-US" dirty="0"/>
              <a:t>   defuses the space race</a:t>
            </a:r>
          </a:p>
          <a:p>
            <a:pPr>
              <a:buFont typeface="Arial" charset="0"/>
              <a:buChar char="•"/>
            </a:pPr>
            <a:r>
              <a:rPr lang="en-US" altLang="en-US" dirty="0"/>
              <a:t> 1967 Apollo 1 Fire</a:t>
            </a:r>
          </a:p>
          <a:p>
            <a:pPr>
              <a:buFont typeface="Arial" charset="0"/>
              <a:buChar char="•"/>
            </a:pPr>
            <a:r>
              <a:rPr lang="en-US" altLang="en-US" dirty="0"/>
              <a:t> Webb resignation </a:t>
            </a:r>
          </a:p>
          <a:p>
            <a:r>
              <a:rPr lang="en-US" altLang="en-US" dirty="0"/>
              <a:t>   September 1968</a:t>
            </a:r>
          </a:p>
        </p:txBody>
      </p:sp>
    </p:spTree>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Rectangle 5">
            <a:extLst>
              <a:ext uri="{FF2B5EF4-FFF2-40B4-BE49-F238E27FC236}">
                <a16:creationId xmlns:a16="http://schemas.microsoft.com/office/drawing/2014/main" id="{90A046C1-3EE6-584B-B26D-B86F6F6C5E8E}"/>
              </a:ext>
            </a:extLst>
          </p:cNvPr>
          <p:cNvSpPr>
            <a:spLocks noChangeArrowheads="1"/>
          </p:cNvSpPr>
          <p:nvPr/>
        </p:nvSpPr>
        <p:spPr bwMode="auto">
          <a:xfrm flipV="1">
            <a:off x="4451350" y="-1905000"/>
            <a:ext cx="32893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r>
              <a:rPr lang="en-US" altLang="en-US">
                <a:solidFill>
                  <a:schemeClr val="bg1"/>
                </a:solidFill>
              </a:rPr>
              <a:t>THE HERITAGE OF APOLLO</a:t>
            </a:r>
            <a:endParaRPr lang="en-US" altLang="en-US"/>
          </a:p>
        </p:txBody>
      </p:sp>
      <p:sp>
        <p:nvSpPr>
          <p:cNvPr id="32773" name="Content Placeholder 3">
            <a:extLst>
              <a:ext uri="{FF2B5EF4-FFF2-40B4-BE49-F238E27FC236}">
                <a16:creationId xmlns:a16="http://schemas.microsoft.com/office/drawing/2014/main" id="{1D86A3EB-9527-0A46-8980-58C4AEC16776}"/>
              </a:ext>
            </a:extLst>
          </p:cNvPr>
          <p:cNvSpPr>
            <a:spLocks noGrp="1"/>
          </p:cNvSpPr>
          <p:nvPr>
            <p:ph sz="half" idx="4294967295"/>
          </p:nvPr>
        </p:nvSpPr>
        <p:spPr>
          <a:xfrm>
            <a:off x="5078413" y="4956175"/>
            <a:ext cx="7113587" cy="1401763"/>
          </a:xfrm>
        </p:spPr>
        <p:txBody>
          <a:bodyPr>
            <a:normAutofit/>
          </a:bodyPr>
          <a:lstStyle/>
          <a:p>
            <a:pPr marL="0" indent="0">
              <a:buNone/>
            </a:pPr>
            <a:r>
              <a:rPr lang="en-US" altLang="en-US" sz="1700">
                <a:solidFill>
                  <a:schemeClr val="bg1"/>
                </a:solidFill>
              </a:rPr>
              <a:t>“To see the Earth as it truly is, small and blue and beautiful in that eternal silence where it floats, is to see ourselves as riders on the Earth together, brothers on that bright loveliness in the eternal cold–brothers who know now that they are truly brothers.”</a:t>
            </a:r>
          </a:p>
          <a:p>
            <a:pPr marL="2233613" lvl="1" indent="1476375">
              <a:buNone/>
            </a:pPr>
            <a:r>
              <a:rPr lang="en-US" altLang="en-US" sz="1300">
                <a:solidFill>
                  <a:schemeClr val="bg1"/>
                </a:solidFill>
              </a:rPr>
              <a:t>– </a:t>
            </a:r>
            <a:r>
              <a:rPr lang="en-US" altLang="en-US" sz="1300" i="1">
                <a:solidFill>
                  <a:schemeClr val="bg1"/>
                </a:solidFill>
              </a:rPr>
              <a:t>Archibald McLeish, December 25, 1968</a:t>
            </a:r>
          </a:p>
        </p:txBody>
      </p:sp>
      <p:pic>
        <p:nvPicPr>
          <p:cNvPr id="5" name="Picture 4">
            <a:extLst>
              <a:ext uri="{FF2B5EF4-FFF2-40B4-BE49-F238E27FC236}">
                <a16:creationId xmlns:a16="http://schemas.microsoft.com/office/drawing/2014/main" id="{03B250B0-234B-3E4C-8B43-85ABDB0C42B3}"/>
              </a:ext>
            </a:extLst>
          </p:cNvPr>
          <p:cNvPicPr>
            <a:picLocks noChangeAspect="1"/>
          </p:cNvPicPr>
          <p:nvPr/>
        </p:nvPicPr>
        <p:blipFill>
          <a:blip r:embed="rId3"/>
          <a:stretch>
            <a:fillRect/>
          </a:stretch>
        </p:blipFill>
        <p:spPr>
          <a:xfrm>
            <a:off x="1524000" y="0"/>
            <a:ext cx="9144000" cy="6858000"/>
          </a:xfrm>
          <a:prstGeom prst="rect">
            <a:avLst/>
          </a:prstGeom>
        </p:spPr>
      </p:pic>
    </p:spTree>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3366FF"/>
        </a:solidFill>
        <a:effectLst/>
      </p:bgPr>
    </p:bg>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9A319914-EDBE-C948-9DF3-17A8D9CBA082}"/>
              </a:ext>
            </a:extLst>
          </p:cNvPr>
          <p:cNvSpPr>
            <a:spLocks noGrp="1" noChangeArrowheads="1"/>
          </p:cNvSpPr>
          <p:nvPr>
            <p:ph type="title"/>
          </p:nvPr>
        </p:nvSpPr>
        <p:spPr>
          <a:xfrm>
            <a:off x="2490788" y="266700"/>
            <a:ext cx="7283450" cy="801688"/>
          </a:xfrm>
        </p:spPr>
        <p:txBody>
          <a:bodyPr/>
          <a:lstStyle/>
          <a:p>
            <a:pPr eaLnBrk="1" hangingPunct="1"/>
            <a:r>
              <a:rPr lang="en-US" altLang="en-US" dirty="0">
                <a:solidFill>
                  <a:srgbClr val="FFFF00"/>
                </a:solidFill>
              </a:rPr>
              <a:t>First and Second Men on the Moon</a:t>
            </a:r>
          </a:p>
        </p:txBody>
      </p:sp>
      <p:pic>
        <p:nvPicPr>
          <p:cNvPr id="49154" name="Picture 4">
            <a:extLst>
              <a:ext uri="{FF2B5EF4-FFF2-40B4-BE49-F238E27FC236}">
                <a16:creationId xmlns:a16="http://schemas.microsoft.com/office/drawing/2014/main" id="{91A3F2AB-A06C-044F-BF7C-0CD248164BCF}"/>
              </a:ext>
            </a:extLst>
          </p:cNvPr>
          <p:cNvPicPr>
            <a:picLocks noGrp="1" noChangeAspect="1" noChangeArrowheads="1"/>
          </p:cNvPicPr>
          <p:nvPr>
            <p:ph sz="half" idx="1"/>
          </p:nvPr>
        </p:nvPicPr>
        <p:blipFill>
          <a:blip r:embed="rId3" cstate="print">
            <a:extLst>
              <a:ext uri="{28A0092B-C50C-407E-A947-70E740481C1C}">
                <a14:useLocalDpi xmlns:a14="http://schemas.microsoft.com/office/drawing/2010/main"/>
              </a:ext>
            </a:extLst>
          </a:blip>
          <a:srcRect l="104" t="-200" r="9888" b="200"/>
          <a:stretch>
            <a:fillRect/>
          </a:stretch>
        </p:blipFill>
        <p:spPr>
          <a:xfrm>
            <a:off x="6462713" y="1403351"/>
            <a:ext cx="3890962" cy="4741863"/>
          </a:xfrm>
        </p:spPr>
      </p:pic>
      <p:sp>
        <p:nvSpPr>
          <p:cNvPr id="49155" name="Slide Number Placeholder 4">
            <a:extLst>
              <a:ext uri="{FF2B5EF4-FFF2-40B4-BE49-F238E27FC236}">
                <a16:creationId xmlns:a16="http://schemas.microsoft.com/office/drawing/2014/main" id="{D7762A07-5512-9540-9DB8-2E5FEDED17D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AB9AD663-A474-7D47-BA81-F3B8AB47EB8C}" type="slidenum">
              <a:rPr lang="en-US" altLang="en-US" sz="1000" b="0">
                <a:solidFill>
                  <a:schemeClr val="bg1"/>
                </a:solidFill>
              </a:rPr>
              <a:pPr/>
              <a:t>18</a:t>
            </a:fld>
            <a:endParaRPr lang="en-US" altLang="en-US" sz="1000" b="0">
              <a:solidFill>
                <a:schemeClr val="bg1"/>
              </a:solidFill>
            </a:endParaRPr>
          </a:p>
        </p:txBody>
      </p:sp>
      <p:pic>
        <p:nvPicPr>
          <p:cNvPr id="49156" name="Content Placeholder 4" descr="Apollo_11_first_step.jpg">
            <a:extLst>
              <a:ext uri="{FF2B5EF4-FFF2-40B4-BE49-F238E27FC236}">
                <a16:creationId xmlns:a16="http://schemas.microsoft.com/office/drawing/2014/main" id="{46FB2CF7-9D23-5642-91E4-A8030DCAEF87}"/>
              </a:ext>
            </a:extLst>
          </p:cNvPr>
          <p:cNvPicPr>
            <a:picLocks noGrp="1" noChangeAspect="1"/>
          </p:cNvPicPr>
          <p:nvPr>
            <p:ph sz="half" idx="2"/>
          </p:nvPr>
        </p:nvPicPr>
        <p:blipFill>
          <a:blip r:embed="rId4" cstate="print">
            <a:extLst>
              <a:ext uri="{28A0092B-C50C-407E-A947-70E740481C1C}">
                <a14:useLocalDpi xmlns:a14="http://schemas.microsoft.com/office/drawing/2010/main"/>
              </a:ext>
            </a:extLst>
          </a:blip>
          <a:srcRect/>
          <a:stretch>
            <a:fillRect/>
          </a:stretch>
        </p:blipFill>
        <p:spPr>
          <a:xfrm>
            <a:off x="2327275" y="1412876"/>
            <a:ext cx="3810000" cy="4741863"/>
          </a:xfrm>
        </p:spPr>
      </p:pic>
    </p:spTree>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3366FF"/>
        </a:solidFill>
        <a:effectLst/>
      </p:bgPr>
    </p:bg>
    <p:spTree>
      <p:nvGrpSpPr>
        <p:cNvPr id="1" name=""/>
        <p:cNvGrpSpPr/>
        <p:nvPr/>
      </p:nvGrpSpPr>
      <p:grpSpPr>
        <a:xfrm>
          <a:off x="0" y="0"/>
          <a:ext cx="0" cy="0"/>
          <a:chOff x="0" y="0"/>
          <a:chExt cx="0" cy="0"/>
        </a:xfrm>
      </p:grpSpPr>
      <p:sp>
        <p:nvSpPr>
          <p:cNvPr id="51201" name="Slide Number Placeholder 4">
            <a:extLst>
              <a:ext uri="{FF2B5EF4-FFF2-40B4-BE49-F238E27FC236}">
                <a16:creationId xmlns:a16="http://schemas.microsoft.com/office/drawing/2014/main" id="{A238EBB1-E336-3E41-8EDF-F61B2AA9B6A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8B2BAE19-2AD6-0042-B22D-CC7CCDE028F9}" type="slidenum">
              <a:rPr lang="en-US" altLang="en-US" sz="1000" b="0">
                <a:solidFill>
                  <a:schemeClr val="bg1"/>
                </a:solidFill>
              </a:rPr>
              <a:pPr/>
              <a:t>19</a:t>
            </a:fld>
            <a:endParaRPr lang="en-US" altLang="en-US" sz="1000" b="0">
              <a:solidFill>
                <a:schemeClr val="bg1"/>
              </a:solidFill>
            </a:endParaRPr>
          </a:p>
        </p:txBody>
      </p:sp>
      <p:sp>
        <p:nvSpPr>
          <p:cNvPr id="51202" name="Rectangle 2">
            <a:extLst>
              <a:ext uri="{FF2B5EF4-FFF2-40B4-BE49-F238E27FC236}">
                <a16:creationId xmlns:a16="http://schemas.microsoft.com/office/drawing/2014/main" id="{D1E3C245-5B45-124A-862B-E22EAA3F6DC2}"/>
              </a:ext>
            </a:extLst>
          </p:cNvPr>
          <p:cNvSpPr>
            <a:spLocks noGrp="1" noChangeArrowheads="1"/>
          </p:cNvSpPr>
          <p:nvPr>
            <p:ph type="title"/>
          </p:nvPr>
        </p:nvSpPr>
        <p:spPr>
          <a:xfrm>
            <a:off x="755650" y="242458"/>
            <a:ext cx="9711267" cy="801688"/>
          </a:xfrm>
        </p:spPr>
        <p:txBody>
          <a:bodyPr/>
          <a:lstStyle/>
          <a:p>
            <a:pPr eaLnBrk="1" hangingPunct="1"/>
            <a:r>
              <a:rPr lang="en-US" altLang="en-US" dirty="0">
                <a:solidFill>
                  <a:srgbClr val="FFFF00"/>
                </a:solidFill>
              </a:rPr>
              <a:t>Lunar Landing Sites</a:t>
            </a:r>
          </a:p>
        </p:txBody>
      </p:sp>
      <p:pic>
        <p:nvPicPr>
          <p:cNvPr id="3" name="Picture 2">
            <a:extLst>
              <a:ext uri="{FF2B5EF4-FFF2-40B4-BE49-F238E27FC236}">
                <a16:creationId xmlns:a16="http://schemas.microsoft.com/office/drawing/2014/main" id="{D395AD1F-E0ED-9242-B3D8-3D4812A02767}"/>
              </a:ext>
            </a:extLst>
          </p:cNvPr>
          <p:cNvPicPr>
            <a:picLocks noChangeAspect="1"/>
          </p:cNvPicPr>
          <p:nvPr/>
        </p:nvPicPr>
        <p:blipFill>
          <a:blip r:embed="rId3"/>
          <a:stretch>
            <a:fillRect/>
          </a:stretch>
        </p:blipFill>
        <p:spPr>
          <a:xfrm>
            <a:off x="3199964" y="1143001"/>
            <a:ext cx="5830773" cy="5715000"/>
          </a:xfrm>
          <a:prstGeom prst="rect">
            <a:avLst/>
          </a:prstGeom>
        </p:spPr>
      </p:pic>
    </p:spTree>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3366FF"/>
        </a:solidFill>
        <a:effectLst/>
      </p:bgPr>
    </p:bg>
    <p:spTree>
      <p:nvGrpSpPr>
        <p:cNvPr id="1" name=""/>
        <p:cNvGrpSpPr/>
        <p:nvPr/>
      </p:nvGrpSpPr>
      <p:grpSpPr>
        <a:xfrm>
          <a:off x="0" y="0"/>
          <a:ext cx="0" cy="0"/>
          <a:chOff x="0" y="0"/>
          <a:chExt cx="0" cy="0"/>
        </a:xfrm>
      </p:grpSpPr>
      <p:sp>
        <p:nvSpPr>
          <p:cNvPr id="55297" name="Slide Number Placeholder 4">
            <a:extLst>
              <a:ext uri="{FF2B5EF4-FFF2-40B4-BE49-F238E27FC236}">
                <a16:creationId xmlns:a16="http://schemas.microsoft.com/office/drawing/2014/main" id="{03DDE56E-266F-694C-955E-2468E812FF1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A3D4EB49-5D2B-5147-A36E-89A15E55A16A}" type="slidenum">
              <a:rPr lang="en-US" altLang="en-US" sz="1000" b="0">
                <a:solidFill>
                  <a:schemeClr val="bg1"/>
                </a:solidFill>
              </a:rPr>
              <a:pPr/>
              <a:t>20</a:t>
            </a:fld>
            <a:endParaRPr lang="en-US" altLang="en-US" sz="1000" b="0">
              <a:solidFill>
                <a:schemeClr val="bg1"/>
              </a:solidFill>
            </a:endParaRPr>
          </a:p>
        </p:txBody>
      </p:sp>
      <p:sp>
        <p:nvSpPr>
          <p:cNvPr id="55298" name="Rectangle 2">
            <a:extLst>
              <a:ext uri="{FF2B5EF4-FFF2-40B4-BE49-F238E27FC236}">
                <a16:creationId xmlns:a16="http://schemas.microsoft.com/office/drawing/2014/main" id="{F25313E5-7B6A-3C4C-9CF6-0B390D5102CE}"/>
              </a:ext>
            </a:extLst>
          </p:cNvPr>
          <p:cNvSpPr>
            <a:spLocks noGrp="1" noChangeArrowheads="1"/>
          </p:cNvSpPr>
          <p:nvPr>
            <p:ph type="title"/>
          </p:nvPr>
        </p:nvSpPr>
        <p:spPr>
          <a:xfrm>
            <a:off x="901059" y="254792"/>
            <a:ext cx="10363200" cy="801688"/>
          </a:xfrm>
        </p:spPr>
        <p:txBody>
          <a:bodyPr/>
          <a:lstStyle/>
          <a:p>
            <a:pPr eaLnBrk="1" hangingPunct="1"/>
            <a:r>
              <a:rPr lang="en-US" altLang="en-US" dirty="0">
                <a:solidFill>
                  <a:srgbClr val="FFFF00"/>
                </a:solidFill>
              </a:rPr>
              <a:t>Apollo Highlights</a:t>
            </a:r>
          </a:p>
        </p:txBody>
      </p:sp>
      <p:sp>
        <p:nvSpPr>
          <p:cNvPr id="55299" name="Rectangle 3">
            <a:extLst>
              <a:ext uri="{FF2B5EF4-FFF2-40B4-BE49-F238E27FC236}">
                <a16:creationId xmlns:a16="http://schemas.microsoft.com/office/drawing/2014/main" id="{49497C36-5525-A94E-B848-7A4CC0788B65}"/>
              </a:ext>
            </a:extLst>
          </p:cNvPr>
          <p:cNvSpPr>
            <a:spLocks noGrp="1" noChangeArrowheads="1"/>
          </p:cNvSpPr>
          <p:nvPr>
            <p:ph type="body" idx="1"/>
          </p:nvPr>
        </p:nvSpPr>
        <p:spPr/>
        <p:txBody>
          <a:bodyPr/>
          <a:lstStyle/>
          <a:p>
            <a:pPr eaLnBrk="1" hangingPunct="1">
              <a:lnSpc>
                <a:spcPct val="90000"/>
              </a:lnSpc>
            </a:pPr>
            <a:r>
              <a:rPr lang="en-US" altLang="en-US" sz="2400" dirty="0">
                <a:solidFill>
                  <a:srgbClr val="FFFF00"/>
                </a:solidFill>
              </a:rPr>
              <a:t>Apollo 1 fire - 1967</a:t>
            </a:r>
          </a:p>
          <a:p>
            <a:pPr eaLnBrk="1" hangingPunct="1">
              <a:lnSpc>
                <a:spcPct val="90000"/>
              </a:lnSpc>
            </a:pPr>
            <a:r>
              <a:rPr lang="en-US" altLang="en-US" sz="2400" dirty="0">
                <a:solidFill>
                  <a:srgbClr val="FFFF00"/>
                </a:solidFill>
              </a:rPr>
              <a:t>Apollo 8 goes around the Moon - 1968</a:t>
            </a:r>
          </a:p>
          <a:p>
            <a:pPr eaLnBrk="1" hangingPunct="1">
              <a:lnSpc>
                <a:spcPct val="90000"/>
              </a:lnSpc>
            </a:pPr>
            <a:r>
              <a:rPr lang="en-US" altLang="en-US" sz="2400" dirty="0">
                <a:solidFill>
                  <a:srgbClr val="FFFF00"/>
                </a:solidFill>
              </a:rPr>
              <a:t>Apollo 11 landing on the Moon - 1969</a:t>
            </a:r>
          </a:p>
          <a:p>
            <a:pPr eaLnBrk="1" hangingPunct="1">
              <a:lnSpc>
                <a:spcPct val="90000"/>
              </a:lnSpc>
            </a:pPr>
            <a:r>
              <a:rPr lang="en-US" altLang="en-US" sz="2400" dirty="0">
                <a:solidFill>
                  <a:srgbClr val="FFFF00"/>
                </a:solidFill>
              </a:rPr>
              <a:t>Apollo 13 accident - 1970</a:t>
            </a:r>
          </a:p>
          <a:p>
            <a:pPr eaLnBrk="1" hangingPunct="1">
              <a:lnSpc>
                <a:spcPct val="90000"/>
              </a:lnSpc>
            </a:pPr>
            <a:r>
              <a:rPr lang="en-US" altLang="en-US" sz="2400" dirty="0">
                <a:solidFill>
                  <a:srgbClr val="FFFF00"/>
                </a:solidFill>
              </a:rPr>
              <a:t>Apollo 17 leaves the lunar surface - 1972</a:t>
            </a:r>
          </a:p>
          <a:p>
            <a:pPr eaLnBrk="1" hangingPunct="1">
              <a:lnSpc>
                <a:spcPct val="90000"/>
              </a:lnSpc>
            </a:pPr>
            <a:r>
              <a:rPr lang="en-US" altLang="en-US" sz="2400" dirty="0">
                <a:solidFill>
                  <a:srgbClr val="FFFF00"/>
                </a:solidFill>
              </a:rPr>
              <a:t>Apollo-Soyuz Test Project - 1975</a:t>
            </a:r>
          </a:p>
          <a:p>
            <a:pPr eaLnBrk="1" hangingPunct="1">
              <a:lnSpc>
                <a:spcPct val="90000"/>
              </a:lnSpc>
            </a:pPr>
            <a:endParaRPr lang="en-US" altLang="en-US" sz="2400" dirty="0">
              <a:solidFill>
                <a:srgbClr val="FFFF00"/>
              </a:solidFill>
            </a:endParaRPr>
          </a:p>
          <a:p>
            <a:pPr eaLnBrk="1" hangingPunct="1">
              <a:lnSpc>
                <a:spcPct val="90000"/>
              </a:lnSpc>
              <a:buFontTx/>
              <a:buNone/>
            </a:pPr>
            <a:r>
              <a:rPr lang="en-US" altLang="en-US" sz="2400" dirty="0">
                <a:solidFill>
                  <a:srgbClr val="FFFF00"/>
                </a:solidFill>
              </a:rPr>
              <a:t>Built on the lessons learned from Gemini</a:t>
            </a:r>
          </a:p>
          <a:p>
            <a:pPr lvl="1" eaLnBrk="1" hangingPunct="1">
              <a:lnSpc>
                <a:spcPct val="90000"/>
              </a:lnSpc>
            </a:pPr>
            <a:r>
              <a:rPr lang="en-US" altLang="en-US" sz="2000" dirty="0">
                <a:solidFill>
                  <a:srgbClr val="FFFF00"/>
                </a:solidFill>
              </a:rPr>
              <a:t>rendezvous and docking</a:t>
            </a:r>
          </a:p>
          <a:p>
            <a:pPr lvl="1" eaLnBrk="1" hangingPunct="1">
              <a:lnSpc>
                <a:spcPct val="90000"/>
              </a:lnSpc>
            </a:pPr>
            <a:r>
              <a:rPr lang="en-US" altLang="en-US" sz="2000" dirty="0">
                <a:solidFill>
                  <a:srgbClr val="FFFF00"/>
                </a:solidFill>
              </a:rPr>
              <a:t>space walking</a:t>
            </a:r>
          </a:p>
          <a:p>
            <a:pPr lvl="1" eaLnBrk="1" hangingPunct="1">
              <a:lnSpc>
                <a:spcPct val="90000"/>
              </a:lnSpc>
            </a:pPr>
            <a:r>
              <a:rPr lang="en-US" altLang="en-US" sz="2000" dirty="0">
                <a:solidFill>
                  <a:srgbClr val="FFFF00"/>
                </a:solidFill>
              </a:rPr>
              <a:t>long duration missions</a:t>
            </a:r>
          </a:p>
          <a:p>
            <a:pPr lvl="1" eaLnBrk="1" hangingPunct="1">
              <a:lnSpc>
                <a:spcPct val="90000"/>
              </a:lnSpc>
            </a:pPr>
            <a:r>
              <a:rPr lang="en-US" altLang="en-US" sz="2000" dirty="0">
                <a:solidFill>
                  <a:srgbClr val="FFFF00"/>
                </a:solidFill>
              </a:rPr>
              <a:t>emergency procedures</a:t>
            </a:r>
          </a:p>
          <a:p>
            <a:pPr lvl="1" eaLnBrk="1" hangingPunct="1">
              <a:lnSpc>
                <a:spcPct val="90000"/>
              </a:lnSpc>
            </a:pPr>
            <a:endParaRPr lang="en-US" altLang="en-US" sz="2000" dirty="0">
              <a:solidFill>
                <a:srgbClr val="FFFF00"/>
              </a:solidFill>
            </a:endParaRPr>
          </a:p>
        </p:txBody>
      </p:sp>
    </p:spTree>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3366FF"/>
        </a:solidFill>
        <a:effectLst/>
      </p:bgPr>
    </p:bg>
    <p:spTree>
      <p:nvGrpSpPr>
        <p:cNvPr id="1" name=""/>
        <p:cNvGrpSpPr/>
        <p:nvPr/>
      </p:nvGrpSpPr>
      <p:grpSpPr>
        <a:xfrm>
          <a:off x="0" y="0"/>
          <a:ext cx="0" cy="0"/>
          <a:chOff x="0" y="0"/>
          <a:chExt cx="0" cy="0"/>
        </a:xfrm>
      </p:grpSpPr>
      <p:sp>
        <p:nvSpPr>
          <p:cNvPr id="53249" name="Slide Number Placeholder 6">
            <a:extLst>
              <a:ext uri="{FF2B5EF4-FFF2-40B4-BE49-F238E27FC236}">
                <a16:creationId xmlns:a16="http://schemas.microsoft.com/office/drawing/2014/main" id="{F3F3FD31-0752-7F4B-9EDC-6651EE6EC62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C2BDBA96-B701-E640-AA83-D3097E4BF833}" type="slidenum">
              <a:rPr lang="en-US" altLang="en-US" sz="1000" b="0">
                <a:solidFill>
                  <a:schemeClr val="bg1"/>
                </a:solidFill>
              </a:rPr>
              <a:pPr/>
              <a:t>21</a:t>
            </a:fld>
            <a:endParaRPr lang="en-US" altLang="en-US" sz="1000" b="0">
              <a:solidFill>
                <a:schemeClr val="bg1"/>
              </a:solidFill>
            </a:endParaRPr>
          </a:p>
        </p:txBody>
      </p:sp>
      <p:sp>
        <p:nvSpPr>
          <p:cNvPr id="53250" name="Rectangle 2">
            <a:extLst>
              <a:ext uri="{FF2B5EF4-FFF2-40B4-BE49-F238E27FC236}">
                <a16:creationId xmlns:a16="http://schemas.microsoft.com/office/drawing/2014/main" id="{7150395C-15E8-3B4B-A6DC-0517B0079C2E}"/>
              </a:ext>
            </a:extLst>
          </p:cNvPr>
          <p:cNvSpPr>
            <a:spLocks noGrp="1" noChangeArrowheads="1"/>
          </p:cNvSpPr>
          <p:nvPr>
            <p:ph type="title"/>
          </p:nvPr>
        </p:nvSpPr>
        <p:spPr>
          <a:xfrm>
            <a:off x="756827" y="226217"/>
            <a:ext cx="10678346" cy="801688"/>
          </a:xfrm>
        </p:spPr>
        <p:txBody>
          <a:bodyPr/>
          <a:lstStyle/>
          <a:p>
            <a:pPr eaLnBrk="1" hangingPunct="1"/>
            <a:r>
              <a:rPr lang="en-US" altLang="en-US" dirty="0">
                <a:solidFill>
                  <a:srgbClr val="FFFF00"/>
                </a:solidFill>
              </a:rPr>
              <a:t>Apollo Guidance Computer</a:t>
            </a:r>
          </a:p>
        </p:txBody>
      </p:sp>
      <p:sp>
        <p:nvSpPr>
          <p:cNvPr id="53251" name="Rectangle 3">
            <a:extLst>
              <a:ext uri="{FF2B5EF4-FFF2-40B4-BE49-F238E27FC236}">
                <a16:creationId xmlns:a16="http://schemas.microsoft.com/office/drawing/2014/main" id="{89567D0C-FB5D-0543-A1D4-8EC71D5989DA}"/>
              </a:ext>
            </a:extLst>
          </p:cNvPr>
          <p:cNvSpPr>
            <a:spLocks noGrp="1" noChangeArrowheads="1"/>
          </p:cNvSpPr>
          <p:nvPr>
            <p:ph type="body" sz="half" idx="3"/>
          </p:nvPr>
        </p:nvSpPr>
        <p:spPr>
          <a:xfrm>
            <a:off x="6096000" y="1282701"/>
            <a:ext cx="5832296" cy="5084763"/>
          </a:xfrm>
        </p:spPr>
        <p:txBody>
          <a:bodyPr/>
          <a:lstStyle/>
          <a:p>
            <a:pPr eaLnBrk="1" hangingPunct="1">
              <a:lnSpc>
                <a:spcPct val="90000"/>
              </a:lnSpc>
            </a:pPr>
            <a:r>
              <a:rPr lang="en-US" altLang="en-US" sz="2400" dirty="0">
                <a:solidFill>
                  <a:srgbClr val="FFFF00"/>
                </a:solidFill>
              </a:rPr>
              <a:t>Two AGCs per mission</a:t>
            </a:r>
          </a:p>
          <a:p>
            <a:pPr lvl="1" eaLnBrk="1" hangingPunct="1">
              <a:lnSpc>
                <a:spcPct val="90000"/>
              </a:lnSpc>
            </a:pPr>
            <a:r>
              <a:rPr lang="en-US" altLang="en-US" sz="2000" dirty="0">
                <a:solidFill>
                  <a:srgbClr val="FFFF00"/>
                </a:solidFill>
              </a:rPr>
              <a:t>command module</a:t>
            </a:r>
          </a:p>
          <a:p>
            <a:pPr lvl="1" eaLnBrk="1" hangingPunct="1">
              <a:lnSpc>
                <a:spcPct val="90000"/>
              </a:lnSpc>
            </a:pPr>
            <a:r>
              <a:rPr lang="en-US" altLang="en-US" sz="2000" dirty="0">
                <a:solidFill>
                  <a:srgbClr val="FFFF00"/>
                </a:solidFill>
              </a:rPr>
              <a:t>lunar module</a:t>
            </a:r>
          </a:p>
          <a:p>
            <a:pPr eaLnBrk="1" hangingPunct="1">
              <a:lnSpc>
                <a:spcPct val="90000"/>
              </a:lnSpc>
            </a:pPr>
            <a:r>
              <a:rPr lang="en-US" altLang="en-US" sz="2400" dirty="0">
                <a:solidFill>
                  <a:srgbClr val="FFFF00"/>
                </a:solidFill>
              </a:rPr>
              <a:t>First use of integrated circuits</a:t>
            </a:r>
          </a:p>
          <a:p>
            <a:pPr lvl="1" eaLnBrk="1" hangingPunct="1">
              <a:lnSpc>
                <a:spcPct val="90000"/>
              </a:lnSpc>
            </a:pPr>
            <a:r>
              <a:rPr lang="en-US" altLang="en-US" sz="2000" dirty="0">
                <a:solidFill>
                  <a:srgbClr val="FFFF00"/>
                </a:solidFill>
              </a:rPr>
              <a:t>RAM 4k words</a:t>
            </a:r>
          </a:p>
          <a:p>
            <a:pPr lvl="1" eaLnBrk="1" hangingPunct="1">
              <a:lnSpc>
                <a:spcPct val="90000"/>
              </a:lnSpc>
            </a:pPr>
            <a:r>
              <a:rPr lang="en-US" altLang="en-US" sz="2000" dirty="0">
                <a:solidFill>
                  <a:srgbClr val="FFFF00"/>
                </a:solidFill>
              </a:rPr>
              <a:t>ROM 32k words</a:t>
            </a:r>
          </a:p>
          <a:p>
            <a:pPr eaLnBrk="1" hangingPunct="1">
              <a:lnSpc>
                <a:spcPct val="90000"/>
              </a:lnSpc>
            </a:pPr>
            <a:r>
              <a:rPr lang="en-US" altLang="en-US" sz="2400" dirty="0">
                <a:solidFill>
                  <a:srgbClr val="FFFF00"/>
                </a:solidFill>
              </a:rPr>
              <a:t>Commands as two-digit numbers</a:t>
            </a:r>
          </a:p>
          <a:p>
            <a:pPr lvl="1" eaLnBrk="1" hangingPunct="1">
              <a:lnSpc>
                <a:spcPct val="90000"/>
              </a:lnSpc>
            </a:pPr>
            <a:r>
              <a:rPr lang="en-US" altLang="en-US" sz="2000" dirty="0">
                <a:solidFill>
                  <a:srgbClr val="FFFF00"/>
                </a:solidFill>
              </a:rPr>
              <a:t>"program", "verb", and "noun</a:t>
            </a:r>
            <a:r>
              <a:rPr lang="ja-JP" altLang="en-US" sz="2000">
                <a:solidFill>
                  <a:srgbClr val="FFFF00"/>
                </a:solidFill>
              </a:rPr>
              <a:t>”</a:t>
            </a:r>
            <a:endParaRPr lang="en-US" altLang="ja-JP" sz="2000" dirty="0">
              <a:solidFill>
                <a:srgbClr val="FFFF00"/>
              </a:solidFill>
            </a:endParaRPr>
          </a:p>
          <a:p>
            <a:pPr eaLnBrk="1" hangingPunct="1">
              <a:lnSpc>
                <a:spcPct val="90000"/>
              </a:lnSpc>
            </a:pPr>
            <a:r>
              <a:rPr lang="en-US" altLang="en-US" sz="2400" dirty="0">
                <a:solidFill>
                  <a:srgbClr val="FFFF00"/>
                </a:solidFill>
              </a:rPr>
              <a:t>1202/1201 alarm on Apollo 11</a:t>
            </a:r>
          </a:p>
          <a:p>
            <a:pPr lvl="1" eaLnBrk="1" hangingPunct="1">
              <a:lnSpc>
                <a:spcPct val="90000"/>
              </a:lnSpc>
            </a:pPr>
            <a:r>
              <a:rPr lang="en-US" altLang="en-US" sz="2000" dirty="0">
                <a:solidFill>
                  <a:srgbClr val="FFFF00"/>
                </a:solidFill>
              </a:rPr>
              <a:t>LEM Software by Margaret Hamilton</a:t>
            </a:r>
          </a:p>
          <a:p>
            <a:pPr lvl="1" eaLnBrk="1" hangingPunct="1">
              <a:lnSpc>
                <a:spcPct val="90000"/>
              </a:lnSpc>
            </a:pPr>
            <a:r>
              <a:rPr lang="en-US" altLang="en-US" sz="2000" dirty="0">
                <a:solidFill>
                  <a:srgbClr val="FFFF00"/>
                </a:solidFill>
              </a:rPr>
              <a:t>Jack Garman-&gt;Steve Bales-&gt;Gene Kranz</a:t>
            </a:r>
          </a:p>
          <a:p>
            <a:pPr lvl="1" eaLnBrk="1" hangingPunct="1">
              <a:lnSpc>
                <a:spcPct val="90000"/>
              </a:lnSpc>
            </a:pPr>
            <a:r>
              <a:rPr lang="en-US" altLang="en-US" sz="2000" dirty="0">
                <a:solidFill>
                  <a:srgbClr val="FFFF00"/>
                </a:solidFill>
              </a:rPr>
              <a:t>See </a:t>
            </a:r>
            <a:r>
              <a:rPr lang="ja-JP" altLang="en-US" sz="2000">
                <a:solidFill>
                  <a:srgbClr val="FFFF00"/>
                </a:solidFill>
              </a:rPr>
              <a:t>“</a:t>
            </a:r>
            <a:r>
              <a:rPr lang="en-US" altLang="ja-JP" sz="2000" dirty="0">
                <a:solidFill>
                  <a:srgbClr val="FFFF00"/>
                </a:solidFill>
              </a:rPr>
              <a:t>Digital Apollo</a:t>
            </a:r>
            <a:r>
              <a:rPr lang="ja-JP" altLang="en-US" sz="2000">
                <a:solidFill>
                  <a:srgbClr val="FFFF00"/>
                </a:solidFill>
              </a:rPr>
              <a:t>”</a:t>
            </a:r>
            <a:r>
              <a:rPr lang="en-US" altLang="ja-JP" sz="2000" dirty="0">
                <a:solidFill>
                  <a:srgbClr val="FFFF00"/>
                </a:solidFill>
              </a:rPr>
              <a:t> by David Mindell</a:t>
            </a:r>
            <a:endParaRPr lang="en-US" altLang="en-US" sz="2000" dirty="0">
              <a:solidFill>
                <a:srgbClr val="FFFF00"/>
              </a:solidFill>
            </a:endParaRPr>
          </a:p>
        </p:txBody>
      </p:sp>
      <p:pic>
        <p:nvPicPr>
          <p:cNvPr id="53252" name="Picture 6" descr="180px-Dsky">
            <a:extLst>
              <a:ext uri="{FF2B5EF4-FFF2-40B4-BE49-F238E27FC236}">
                <a16:creationId xmlns:a16="http://schemas.microsoft.com/office/drawing/2014/main" id="{EE2FA847-6326-0640-B7FF-E17670C93E6E}"/>
              </a:ext>
            </a:extLst>
          </p:cNvPr>
          <p:cNvPicPr>
            <a:picLocks noGrp="1" noChangeAspect="1" noChangeArrowheads="1"/>
          </p:cNvPicPr>
          <p:nvPr>
            <p:ph sz="quarter" idx="1"/>
          </p:nvPr>
        </p:nvPicPr>
        <p:blipFill>
          <a:blip r:embed="rId3">
            <a:extLst>
              <a:ext uri="{28A0092B-C50C-407E-A947-70E740481C1C}">
                <a14:useLocalDpi xmlns:a14="http://schemas.microsoft.com/office/drawing/2010/main"/>
              </a:ext>
            </a:extLst>
          </a:blip>
          <a:srcRect/>
          <a:stretch>
            <a:fillRect/>
          </a:stretch>
        </p:blipFill>
        <p:spPr>
          <a:xfrm>
            <a:off x="155936" y="1027905"/>
            <a:ext cx="2992137" cy="2807558"/>
          </a:xfrm>
        </p:spPr>
      </p:pic>
      <p:pic>
        <p:nvPicPr>
          <p:cNvPr id="53253" name="Content Placeholder 2" descr="agcdskyscheme.jpg">
            <a:extLst>
              <a:ext uri="{FF2B5EF4-FFF2-40B4-BE49-F238E27FC236}">
                <a16:creationId xmlns:a16="http://schemas.microsoft.com/office/drawing/2014/main" id="{ED005DB0-E2E5-4342-91D2-A55F743B34E6}"/>
              </a:ext>
            </a:extLst>
          </p:cNvPr>
          <p:cNvPicPr>
            <a:picLocks noGrp="1" noChangeAspect="1"/>
          </p:cNvPicPr>
          <p:nvPr>
            <p:ph sz="quarter" idx="2"/>
          </p:nvPr>
        </p:nvPicPr>
        <p:blipFill>
          <a:blip r:embed="rId4" cstate="print">
            <a:extLst>
              <a:ext uri="{28A0092B-C50C-407E-A947-70E740481C1C}">
                <a14:useLocalDpi xmlns:a14="http://schemas.microsoft.com/office/drawing/2010/main"/>
              </a:ext>
            </a:extLst>
          </a:blip>
          <a:srcRect/>
          <a:stretch>
            <a:fillRect/>
          </a:stretch>
        </p:blipFill>
        <p:spPr>
          <a:xfrm>
            <a:off x="1280160" y="4001730"/>
            <a:ext cx="4536810" cy="2733428"/>
          </a:xfrm>
        </p:spPr>
      </p:pic>
      <p:pic>
        <p:nvPicPr>
          <p:cNvPr id="3" name="Picture 2">
            <a:extLst>
              <a:ext uri="{FF2B5EF4-FFF2-40B4-BE49-F238E27FC236}">
                <a16:creationId xmlns:a16="http://schemas.microsoft.com/office/drawing/2014/main" id="{2005F71C-4C3E-788E-1C46-39821B756701}"/>
              </a:ext>
            </a:extLst>
          </p:cNvPr>
          <p:cNvPicPr>
            <a:picLocks noChangeAspect="1"/>
          </p:cNvPicPr>
          <p:nvPr/>
        </p:nvPicPr>
        <p:blipFill>
          <a:blip r:embed="rId5"/>
          <a:stretch>
            <a:fillRect/>
          </a:stretch>
        </p:blipFill>
        <p:spPr>
          <a:xfrm>
            <a:off x="3526971" y="1063755"/>
            <a:ext cx="2208336" cy="2760419"/>
          </a:xfrm>
          <a:prstGeom prst="rect">
            <a:avLst/>
          </a:prstGeom>
        </p:spPr>
      </p:pic>
    </p:spTree>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Content Placeholder 2">
            <a:extLst>
              <a:ext uri="{FF2B5EF4-FFF2-40B4-BE49-F238E27FC236}">
                <a16:creationId xmlns:a16="http://schemas.microsoft.com/office/drawing/2014/main" id="{AC7B1BAC-96BE-5446-92DE-C1EF30BA49FD}"/>
              </a:ext>
            </a:extLst>
          </p:cNvPr>
          <p:cNvSpPr>
            <a:spLocks noGrp="1"/>
          </p:cNvSpPr>
          <p:nvPr>
            <p:ph idx="1"/>
          </p:nvPr>
        </p:nvSpPr>
        <p:spPr/>
        <p:txBody>
          <a:bodyPr/>
          <a:lstStyle/>
          <a:p>
            <a:pPr>
              <a:buFontTx/>
              <a:buNone/>
            </a:pPr>
            <a:r>
              <a:rPr lang="en-US" altLang="en-US" dirty="0"/>
              <a:t>Break Point</a:t>
            </a:r>
          </a:p>
          <a:p>
            <a:pPr>
              <a:buFontTx/>
              <a:buNone/>
            </a:pPr>
            <a:endParaRPr lang="en-US" altLang="en-US" dirty="0"/>
          </a:p>
          <a:p>
            <a:pPr>
              <a:buFontTx/>
              <a:buNone/>
            </a:pPr>
            <a:endParaRPr lang="en-US" altLang="en-US" dirty="0"/>
          </a:p>
          <a:p>
            <a:pPr>
              <a:buFontTx/>
              <a:buNone/>
            </a:pPr>
            <a:r>
              <a:rPr lang="en-US" altLang="en-US" sz="2400" dirty="0"/>
              <a:t>See Discovery Video on YouTube – “When We Left Earth”</a:t>
            </a:r>
          </a:p>
          <a:p>
            <a:pPr>
              <a:buFontTx/>
              <a:buNone/>
            </a:pPr>
            <a:r>
              <a:rPr lang="en-US" altLang="en-US" sz="2400" dirty="0"/>
              <a:t>Gemini chapter, </a:t>
            </a:r>
            <a:r>
              <a:rPr lang="en-US" altLang="en-US" sz="2400"/>
              <a:t>Apollo chapter</a:t>
            </a:r>
          </a:p>
          <a:p>
            <a:pPr>
              <a:buFontTx/>
              <a:buNone/>
            </a:pPr>
            <a:endParaRPr lang="en-US" altLang="en-US" sz="2400" dirty="0"/>
          </a:p>
          <a:p>
            <a:pPr>
              <a:buFontTx/>
              <a:buNone/>
            </a:pPr>
            <a:r>
              <a:rPr lang="en-US" altLang="en-US" sz="2400" dirty="0">
                <a:hlinkClick r:id="rId2">
                  <a:extLst>
                    <a:ext uri="{A12FA001-AC4F-418D-AE19-62706E023703}">
                      <ahyp:hlinkClr xmlns:ahyp="http://schemas.microsoft.com/office/drawing/2018/hyperlinkcolor" val="tx"/>
                    </a:ext>
                  </a:extLst>
                </a:hlinkClick>
              </a:rPr>
              <a:t>Apollo 11 – The Complete Descent</a:t>
            </a:r>
            <a:endParaRPr lang="en-US" altLang="en-US" sz="2400" dirty="0"/>
          </a:p>
          <a:p>
            <a:pPr>
              <a:buFontTx/>
              <a:buNone/>
            </a:pPr>
            <a:r>
              <a:rPr lang="en-US" altLang="en-US" sz="2400" dirty="0"/>
              <a:t>https://</a:t>
            </a:r>
            <a:r>
              <a:rPr lang="en-US" altLang="en-US" sz="2400" dirty="0" err="1"/>
              <a:t>www.youtube.com</a:t>
            </a:r>
            <a:r>
              <a:rPr lang="en-US" altLang="en-US" sz="2400" dirty="0"/>
              <a:t>/</a:t>
            </a:r>
            <a:r>
              <a:rPr lang="en-US" altLang="en-US" sz="2400" dirty="0" err="1"/>
              <a:t>watch?v</a:t>
            </a:r>
            <a:r>
              <a:rPr lang="en-US" altLang="en-US" sz="2400" dirty="0"/>
              <a:t>=xc1SzgGhMKc</a:t>
            </a:r>
          </a:p>
        </p:txBody>
      </p:sp>
      <p:sp>
        <p:nvSpPr>
          <p:cNvPr id="61442" name="Slide Number Placeholder 3">
            <a:extLst>
              <a:ext uri="{FF2B5EF4-FFF2-40B4-BE49-F238E27FC236}">
                <a16:creationId xmlns:a16="http://schemas.microsoft.com/office/drawing/2014/main" id="{2680EF42-6D53-D44B-BB8A-F026AB2CD47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002D7965-23F9-3D42-B733-37627F09CF82}" type="slidenum">
              <a:rPr lang="en-US" altLang="en-US" sz="1000" b="0">
                <a:solidFill>
                  <a:schemeClr val="bg1"/>
                </a:solidFill>
              </a:rPr>
              <a:pPr/>
              <a:t>22</a:t>
            </a:fld>
            <a:endParaRPr lang="en-US" altLang="en-US" sz="1000" b="0">
              <a:solidFill>
                <a:schemeClr val="bg1"/>
              </a:solidFill>
            </a:endParaRPr>
          </a:p>
        </p:txBody>
      </p:sp>
    </p:spTree>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3366FF"/>
        </a:solidFill>
        <a:effectLst/>
      </p:bgPr>
    </p:bg>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E5791836-EA1D-564F-9586-7471FC5F16C9}"/>
              </a:ext>
            </a:extLst>
          </p:cNvPr>
          <p:cNvSpPr>
            <a:spLocks noGrp="1" noChangeArrowheads="1"/>
          </p:cNvSpPr>
          <p:nvPr>
            <p:ph type="title"/>
          </p:nvPr>
        </p:nvSpPr>
        <p:spPr/>
        <p:txBody>
          <a:bodyPr/>
          <a:lstStyle/>
          <a:p>
            <a:pPr eaLnBrk="1" hangingPunct="1"/>
            <a:r>
              <a:rPr lang="en-US" altLang="en-US" sz="3600" b="1">
                <a:solidFill>
                  <a:srgbClr val="FFFF00"/>
                </a:solidFill>
              </a:rPr>
              <a:t>THE APOLLO BUILDUP</a:t>
            </a:r>
          </a:p>
        </p:txBody>
      </p:sp>
      <p:sp>
        <p:nvSpPr>
          <p:cNvPr id="62467" name="Rectangle 3">
            <a:extLst>
              <a:ext uri="{FF2B5EF4-FFF2-40B4-BE49-F238E27FC236}">
                <a16:creationId xmlns:a16="http://schemas.microsoft.com/office/drawing/2014/main" id="{B1CEF1D2-00DD-9741-857C-822BE6132E6B}"/>
              </a:ext>
            </a:extLst>
          </p:cNvPr>
          <p:cNvSpPr>
            <a:spLocks noGrp="1" noChangeArrowheads="1"/>
          </p:cNvSpPr>
          <p:nvPr>
            <p:ph type="body" idx="1"/>
          </p:nvPr>
        </p:nvSpPr>
        <p:spPr>
          <a:xfrm>
            <a:off x="440077" y="1320230"/>
            <a:ext cx="7892265" cy="4957280"/>
          </a:xfrm>
        </p:spPr>
        <p:txBody>
          <a:bodyPr/>
          <a:lstStyle/>
          <a:p>
            <a:pPr eaLnBrk="1" hangingPunct="1">
              <a:lnSpc>
                <a:spcPct val="80000"/>
              </a:lnSpc>
            </a:pPr>
            <a:r>
              <a:rPr lang="en-US" altLang="en-US" sz="2400" dirty="0">
                <a:solidFill>
                  <a:srgbClr val="FFFF00"/>
                </a:solidFill>
              </a:rPr>
              <a:t>NASA Budget</a:t>
            </a:r>
          </a:p>
          <a:p>
            <a:pPr lvl="1" eaLnBrk="1" hangingPunct="1">
              <a:lnSpc>
                <a:spcPct val="80000"/>
              </a:lnSpc>
            </a:pPr>
            <a:r>
              <a:rPr lang="en-US" altLang="en-US" sz="2000" dirty="0">
                <a:solidFill>
                  <a:srgbClr val="FFFF00"/>
                </a:solidFill>
              </a:rPr>
              <a:t>FY1961 - $0.964 billion</a:t>
            </a:r>
          </a:p>
          <a:p>
            <a:pPr lvl="1" eaLnBrk="1" hangingPunct="1">
              <a:lnSpc>
                <a:spcPct val="80000"/>
              </a:lnSpc>
            </a:pPr>
            <a:r>
              <a:rPr lang="en-US" altLang="en-US" sz="2000" dirty="0">
                <a:solidFill>
                  <a:srgbClr val="FFFF00"/>
                </a:solidFill>
              </a:rPr>
              <a:t>FY1962 - $1.825 billion – 89% increase</a:t>
            </a:r>
          </a:p>
          <a:p>
            <a:pPr lvl="1" eaLnBrk="1" hangingPunct="1">
              <a:lnSpc>
                <a:spcPct val="80000"/>
              </a:lnSpc>
            </a:pPr>
            <a:r>
              <a:rPr lang="en-US" altLang="en-US" sz="2000" dirty="0">
                <a:solidFill>
                  <a:srgbClr val="FFFF00"/>
                </a:solidFill>
              </a:rPr>
              <a:t>FY 1963 - $3.674 billion – 101% increase</a:t>
            </a:r>
          </a:p>
          <a:p>
            <a:pPr lvl="1" eaLnBrk="1" hangingPunct="1">
              <a:lnSpc>
                <a:spcPct val="80000"/>
              </a:lnSpc>
            </a:pPr>
            <a:endParaRPr lang="en-US" altLang="en-US" sz="2000" dirty="0">
              <a:solidFill>
                <a:srgbClr val="FFFF00"/>
              </a:solidFill>
            </a:endParaRPr>
          </a:p>
          <a:p>
            <a:pPr eaLnBrk="1" hangingPunct="1">
              <a:lnSpc>
                <a:spcPct val="80000"/>
              </a:lnSpc>
            </a:pPr>
            <a:r>
              <a:rPr lang="en-US" altLang="en-US" sz="2400" dirty="0">
                <a:solidFill>
                  <a:srgbClr val="FFFF00"/>
                </a:solidFill>
              </a:rPr>
              <a:t>Construction of facilities</a:t>
            </a:r>
          </a:p>
          <a:p>
            <a:pPr lvl="1" eaLnBrk="1" hangingPunct="1">
              <a:lnSpc>
                <a:spcPct val="80000"/>
              </a:lnSpc>
            </a:pPr>
            <a:r>
              <a:rPr lang="en-US" altLang="en-US" sz="2000" dirty="0">
                <a:solidFill>
                  <a:srgbClr val="FFFF00"/>
                </a:solidFill>
              </a:rPr>
              <a:t>FY 1961 - $98.2 million</a:t>
            </a:r>
          </a:p>
          <a:p>
            <a:pPr lvl="1" eaLnBrk="1" hangingPunct="1">
              <a:lnSpc>
                <a:spcPct val="80000"/>
              </a:lnSpc>
            </a:pPr>
            <a:r>
              <a:rPr lang="en-US" altLang="en-US" sz="2000" dirty="0">
                <a:solidFill>
                  <a:srgbClr val="FFFF00"/>
                </a:solidFill>
              </a:rPr>
              <a:t>FY 1962 - $217.1 million – 121% increase</a:t>
            </a:r>
          </a:p>
          <a:p>
            <a:pPr lvl="1" eaLnBrk="1" hangingPunct="1">
              <a:lnSpc>
                <a:spcPct val="80000"/>
              </a:lnSpc>
            </a:pPr>
            <a:r>
              <a:rPr lang="en-US" altLang="en-US" sz="2000" dirty="0">
                <a:solidFill>
                  <a:srgbClr val="FFFF00"/>
                </a:solidFill>
              </a:rPr>
              <a:t>FY 1963 - $569.8 million – 162% increase</a:t>
            </a:r>
          </a:p>
          <a:p>
            <a:pPr lvl="1" eaLnBrk="1" hangingPunct="1">
              <a:lnSpc>
                <a:spcPct val="80000"/>
              </a:lnSpc>
            </a:pPr>
            <a:endParaRPr lang="en-US" altLang="en-US" sz="2000" dirty="0">
              <a:solidFill>
                <a:srgbClr val="FFFF00"/>
              </a:solidFill>
            </a:endParaRPr>
          </a:p>
          <a:p>
            <a:pPr eaLnBrk="1" hangingPunct="1">
              <a:lnSpc>
                <a:spcPct val="80000"/>
              </a:lnSpc>
            </a:pPr>
            <a:r>
              <a:rPr lang="en-US" altLang="en-US" sz="2400" dirty="0">
                <a:solidFill>
                  <a:srgbClr val="FFFF00"/>
                </a:solidFill>
              </a:rPr>
              <a:t>Personnel</a:t>
            </a:r>
          </a:p>
          <a:p>
            <a:pPr lvl="1" eaLnBrk="1" hangingPunct="1">
              <a:lnSpc>
                <a:spcPct val="80000"/>
              </a:lnSpc>
            </a:pPr>
            <a:r>
              <a:rPr lang="en-US" altLang="en-US" sz="2000" dirty="0">
                <a:solidFill>
                  <a:srgbClr val="FFFF00"/>
                </a:solidFill>
              </a:rPr>
              <a:t>1961 – 17, 500 in-house, 57,000 contractors – 1:3.3 ratio</a:t>
            </a:r>
          </a:p>
          <a:p>
            <a:pPr lvl="1" eaLnBrk="1" hangingPunct="1">
              <a:lnSpc>
                <a:spcPct val="80000"/>
              </a:lnSpc>
            </a:pPr>
            <a:r>
              <a:rPr lang="en-US" altLang="en-US" sz="2000" dirty="0">
                <a:solidFill>
                  <a:srgbClr val="FFFF00"/>
                </a:solidFill>
              </a:rPr>
              <a:t>1962 – 23,700 in-house, 115,500 contractors – 1:4.9 ratio</a:t>
            </a:r>
          </a:p>
          <a:p>
            <a:pPr lvl="1" eaLnBrk="1" hangingPunct="1">
              <a:lnSpc>
                <a:spcPct val="80000"/>
              </a:lnSpc>
            </a:pPr>
            <a:r>
              <a:rPr lang="en-US" altLang="en-US" sz="2000" dirty="0">
                <a:solidFill>
                  <a:srgbClr val="FFFF00"/>
                </a:solidFill>
              </a:rPr>
              <a:t>1963 – 29,900 in-house, 218,400 contractors - 1:7.3 ratio</a:t>
            </a:r>
          </a:p>
          <a:p>
            <a:pPr lvl="1" eaLnBrk="1" hangingPunct="1">
              <a:lnSpc>
                <a:spcPct val="80000"/>
              </a:lnSpc>
            </a:pPr>
            <a:r>
              <a:rPr lang="en-US" altLang="en-US" sz="2000" dirty="0">
                <a:solidFill>
                  <a:srgbClr val="FFFF00"/>
                </a:solidFill>
              </a:rPr>
              <a:t>1964 – 32,500 in-house, 347,100 contractors – 1:10.7 ratio</a:t>
            </a:r>
          </a:p>
          <a:p>
            <a:pPr lvl="1" eaLnBrk="1" hangingPunct="1">
              <a:lnSpc>
                <a:spcPct val="80000"/>
              </a:lnSpc>
            </a:pPr>
            <a:endParaRPr lang="en-US" altLang="en-US" sz="2000" dirty="0">
              <a:solidFill>
                <a:srgbClr val="FFFF00"/>
              </a:solidFill>
            </a:endParaRPr>
          </a:p>
        </p:txBody>
      </p:sp>
      <p:sp>
        <p:nvSpPr>
          <p:cNvPr id="2" name="TextBox 1">
            <a:extLst>
              <a:ext uri="{FF2B5EF4-FFF2-40B4-BE49-F238E27FC236}">
                <a16:creationId xmlns:a16="http://schemas.microsoft.com/office/drawing/2014/main" id="{219884DE-8B4F-3C4C-9EE2-0D858CE19766}"/>
              </a:ext>
            </a:extLst>
          </p:cNvPr>
          <p:cNvSpPr txBox="1"/>
          <p:nvPr/>
        </p:nvSpPr>
        <p:spPr>
          <a:xfrm>
            <a:off x="6739848" y="1343347"/>
            <a:ext cx="5198725" cy="3293209"/>
          </a:xfrm>
          <a:prstGeom prst="rect">
            <a:avLst/>
          </a:prstGeom>
          <a:noFill/>
          <a:ln>
            <a:solidFill>
              <a:schemeClr val="bg1"/>
            </a:solidFill>
          </a:ln>
        </p:spPr>
        <p:txBody>
          <a:bodyPr wrap="square" rtlCol="0">
            <a:spAutoFit/>
          </a:bodyPr>
          <a:lstStyle/>
          <a:p>
            <a:pPr eaLnBrk="1" hangingPunct="1">
              <a:spcBef>
                <a:spcPct val="50000"/>
              </a:spcBef>
            </a:pPr>
            <a:r>
              <a:rPr lang="en-US" altLang="en-US" sz="1600" u="sng" dirty="0">
                <a:solidFill>
                  <a:schemeClr val="bg1"/>
                </a:solidFill>
                <a:latin typeface="+mn-lt"/>
                <a:cs typeface="Arial" panose="020B0604020202020204" pitchFamily="34" charset="0"/>
              </a:rPr>
              <a:t>Costs of other NASA programs in 2015 dollars</a:t>
            </a:r>
          </a:p>
          <a:p>
            <a:pPr eaLnBrk="1" hangingPunct="1">
              <a:spcBef>
                <a:spcPct val="50000"/>
              </a:spcBef>
            </a:pPr>
            <a:r>
              <a:rPr lang="en-US" altLang="en-US" sz="1600" dirty="0">
                <a:solidFill>
                  <a:schemeClr val="bg1"/>
                </a:solidFill>
                <a:latin typeface="+mn-lt"/>
                <a:cs typeface="Arial" panose="020B0604020202020204" pitchFamily="34" charset="0"/>
              </a:rPr>
              <a:t>Space Shuttle — $229 Billion</a:t>
            </a:r>
          </a:p>
          <a:p>
            <a:pPr eaLnBrk="1" hangingPunct="1">
              <a:spcBef>
                <a:spcPct val="50000"/>
              </a:spcBef>
            </a:pPr>
            <a:r>
              <a:rPr lang="en-US" altLang="en-US" sz="1600" dirty="0">
                <a:solidFill>
                  <a:schemeClr val="bg1"/>
                </a:solidFill>
                <a:latin typeface="+mn-lt"/>
                <a:cs typeface="Arial" panose="020B0604020202020204" pitchFamily="34" charset="0"/>
              </a:rPr>
              <a:t>Space Station (Freedom + ISS) — $60 Billion (construction only)</a:t>
            </a:r>
          </a:p>
          <a:p>
            <a:pPr eaLnBrk="1" hangingPunct="1">
              <a:spcBef>
                <a:spcPct val="50000"/>
              </a:spcBef>
            </a:pPr>
            <a:endParaRPr lang="en-US" altLang="en-US" sz="1600" dirty="0">
              <a:solidFill>
                <a:schemeClr val="bg1"/>
              </a:solidFill>
              <a:latin typeface="+mn-lt"/>
              <a:cs typeface="Arial" panose="020B0604020202020204" pitchFamily="34" charset="0"/>
            </a:endParaRPr>
          </a:p>
          <a:p>
            <a:pPr eaLnBrk="1" hangingPunct="1">
              <a:spcBef>
                <a:spcPct val="15000"/>
              </a:spcBef>
              <a:spcAft>
                <a:spcPct val="10000"/>
              </a:spcAft>
            </a:pPr>
            <a:r>
              <a:rPr lang="en-US" altLang="en-US" sz="1600" u="sng" dirty="0">
                <a:solidFill>
                  <a:schemeClr val="bg1"/>
                </a:solidFill>
                <a:latin typeface="+mn-lt"/>
                <a:cs typeface="Arial" panose="020B0604020202020204" pitchFamily="34" charset="0"/>
              </a:rPr>
              <a:t>Apollo costs in 2015 dollars — $165 Billion</a:t>
            </a:r>
          </a:p>
          <a:p>
            <a:pPr lvl="1" eaLnBrk="1" hangingPunct="1">
              <a:spcBef>
                <a:spcPct val="15000"/>
              </a:spcBef>
              <a:spcAft>
                <a:spcPct val="10000"/>
              </a:spcAft>
            </a:pPr>
            <a:r>
              <a:rPr lang="en-US" altLang="en-US" sz="1600" dirty="0">
                <a:solidFill>
                  <a:schemeClr val="bg1"/>
                </a:solidFill>
                <a:latin typeface="+mn-lt"/>
                <a:cs typeface="Arial" panose="020B0604020202020204" pitchFamily="34" charset="0"/>
              </a:rPr>
              <a:t>Panama Canal —</a:t>
            </a:r>
            <a:r>
              <a:rPr lang="en-US" altLang="en-US" sz="1600" dirty="0">
                <a:latin typeface="+mn-lt"/>
                <a:cs typeface="Arial" panose="020B0604020202020204" pitchFamily="34" charset="0"/>
              </a:rPr>
              <a:t> </a:t>
            </a:r>
            <a:r>
              <a:rPr lang="en-US" altLang="en-US" sz="1600" dirty="0">
                <a:solidFill>
                  <a:schemeClr val="bg1"/>
                </a:solidFill>
                <a:latin typeface="+mn-lt"/>
                <a:cs typeface="Arial" panose="020B0604020202020204" pitchFamily="34" charset="0"/>
              </a:rPr>
              <a:t>$9 Billion</a:t>
            </a:r>
          </a:p>
          <a:p>
            <a:pPr lvl="1" eaLnBrk="1" hangingPunct="1">
              <a:spcBef>
                <a:spcPct val="15000"/>
              </a:spcBef>
              <a:spcAft>
                <a:spcPct val="10000"/>
              </a:spcAft>
            </a:pPr>
            <a:r>
              <a:rPr lang="en-US" altLang="en-US" sz="1600" dirty="0">
                <a:solidFill>
                  <a:schemeClr val="bg1"/>
                </a:solidFill>
                <a:latin typeface="+mn-lt"/>
                <a:cs typeface="Arial" panose="020B0604020202020204" pitchFamily="34" charset="0"/>
              </a:rPr>
              <a:t>Manhattan Project —</a:t>
            </a:r>
            <a:r>
              <a:rPr lang="en-US" altLang="en-US" sz="1600" dirty="0">
                <a:latin typeface="+mn-lt"/>
                <a:cs typeface="Arial" panose="020B0604020202020204" pitchFamily="34" charset="0"/>
              </a:rPr>
              <a:t> </a:t>
            </a:r>
            <a:r>
              <a:rPr lang="en-US" altLang="en-US" sz="1600" dirty="0">
                <a:solidFill>
                  <a:schemeClr val="bg1"/>
                </a:solidFill>
                <a:latin typeface="+mn-lt"/>
                <a:cs typeface="Arial" panose="020B0604020202020204" pitchFamily="34" charset="0"/>
              </a:rPr>
              <a:t>$31 Billion</a:t>
            </a:r>
          </a:p>
          <a:p>
            <a:pPr lvl="1" eaLnBrk="1" hangingPunct="1">
              <a:spcBef>
                <a:spcPct val="15000"/>
              </a:spcBef>
              <a:spcAft>
                <a:spcPct val="10000"/>
              </a:spcAft>
            </a:pPr>
            <a:r>
              <a:rPr lang="en-US" altLang="en-US" sz="1600" dirty="0">
                <a:solidFill>
                  <a:schemeClr val="bg1"/>
                </a:solidFill>
                <a:latin typeface="+mn-lt"/>
                <a:cs typeface="Arial" panose="020B0604020202020204" pitchFamily="34" charset="0"/>
              </a:rPr>
              <a:t>Interstate Highway System —</a:t>
            </a:r>
            <a:r>
              <a:rPr lang="en-US" altLang="en-US" sz="1600" dirty="0">
                <a:latin typeface="+mn-lt"/>
                <a:cs typeface="Arial" panose="020B0604020202020204" pitchFamily="34" charset="0"/>
              </a:rPr>
              <a:t> </a:t>
            </a:r>
            <a:r>
              <a:rPr lang="en-US" altLang="en-US" sz="1600" dirty="0">
                <a:solidFill>
                  <a:schemeClr val="bg1"/>
                </a:solidFill>
                <a:latin typeface="+mn-lt"/>
                <a:cs typeface="Arial" panose="020B0604020202020204" pitchFamily="34" charset="0"/>
              </a:rPr>
              <a:t>$140 Billion</a:t>
            </a:r>
          </a:p>
          <a:p>
            <a:pPr eaLnBrk="1" hangingPunct="1">
              <a:spcBef>
                <a:spcPct val="50000"/>
              </a:spcBef>
            </a:pPr>
            <a:endParaRPr lang="en-US" altLang="en-US" sz="1600" dirty="0">
              <a:solidFill>
                <a:schemeClr val="bg1"/>
              </a:solidFill>
              <a:latin typeface="Calibri" panose="020F0502020204030204" pitchFamily="34" charset="0"/>
              <a:cs typeface="Arial" panose="020B0604020202020204" pitchFamily="34" charset="0"/>
            </a:endParaRPr>
          </a:p>
        </p:txBody>
      </p:sp>
    </p:spTree>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Slide Number Placeholder 5">
            <a:extLst>
              <a:ext uri="{FF2B5EF4-FFF2-40B4-BE49-F238E27FC236}">
                <a16:creationId xmlns:a16="http://schemas.microsoft.com/office/drawing/2014/main" id="{562D3115-7AE0-6146-9823-0D97218D065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2DFDA956-F6C5-2442-BDA1-CFB347AE7754}" type="slidenum">
              <a:rPr lang="en-US" altLang="en-US" sz="1000" b="0">
                <a:solidFill>
                  <a:schemeClr val="bg1"/>
                </a:solidFill>
              </a:rPr>
              <a:pPr/>
              <a:t>24</a:t>
            </a:fld>
            <a:endParaRPr lang="en-US" altLang="en-US" sz="1000" b="0">
              <a:solidFill>
                <a:schemeClr val="bg1"/>
              </a:solidFill>
            </a:endParaRPr>
          </a:p>
        </p:txBody>
      </p:sp>
      <p:pic>
        <p:nvPicPr>
          <p:cNvPr id="66562" name="Picture 6" descr="Houston.png">
            <a:extLst>
              <a:ext uri="{FF2B5EF4-FFF2-40B4-BE49-F238E27FC236}">
                <a16:creationId xmlns:a16="http://schemas.microsoft.com/office/drawing/2014/main" id="{3556C620-5E0C-714B-B927-62AC9928A654}"/>
              </a:ext>
            </a:extLst>
          </p:cNvPr>
          <p:cNvPicPr>
            <a:picLocks noChangeAspect="1"/>
          </p:cNvPicPr>
          <p:nvPr/>
        </p:nvPicPr>
        <p:blipFill>
          <a:blip r:embed="rId2">
            <a:extLst>
              <a:ext uri="{28A0092B-C50C-407E-A947-70E740481C1C}">
                <a14:useLocalDpi xmlns:a14="http://schemas.microsoft.com/office/drawing/2010/main"/>
              </a:ext>
            </a:extLst>
          </a:blip>
          <a:srcRect/>
          <a:stretch>
            <a:fillRect/>
          </a:stretch>
        </p:blipFill>
        <p:spPr bwMode="auto">
          <a:xfrm>
            <a:off x="1524000" y="0"/>
            <a:ext cx="9144000" cy="656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3" name="TextBox 7">
            <a:extLst>
              <a:ext uri="{FF2B5EF4-FFF2-40B4-BE49-F238E27FC236}">
                <a16:creationId xmlns:a16="http://schemas.microsoft.com/office/drawing/2014/main" id="{8E39F9CD-539F-B949-9669-B2A3142C1027}"/>
              </a:ext>
            </a:extLst>
          </p:cNvPr>
          <p:cNvSpPr txBox="1">
            <a:spLocks noChangeArrowheads="1"/>
          </p:cNvSpPr>
          <p:nvPr/>
        </p:nvSpPr>
        <p:spPr bwMode="auto">
          <a:xfrm>
            <a:off x="1524000" y="6550026"/>
            <a:ext cx="85471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r>
              <a:rPr lang="en-US" altLang="en-US" sz="1400"/>
              <a:t>Source: John Logsdon, “JFK and the Race to the Moon” (2010)</a:t>
            </a:r>
          </a:p>
        </p:txBody>
      </p:sp>
    </p:spTree>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3366FF"/>
        </a:solidFill>
        <a:effectLst/>
      </p:bgPr>
    </p:bg>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B2284EE9-B0AA-1649-A09F-3195D66BE2BB}"/>
              </a:ext>
            </a:extLst>
          </p:cNvPr>
          <p:cNvSpPr>
            <a:spLocks noGrp="1" noChangeArrowheads="1"/>
          </p:cNvSpPr>
          <p:nvPr>
            <p:ph type="title"/>
          </p:nvPr>
        </p:nvSpPr>
        <p:spPr>
          <a:xfrm>
            <a:off x="893852" y="205482"/>
            <a:ext cx="10448818" cy="688369"/>
          </a:xfrm>
        </p:spPr>
        <p:txBody>
          <a:bodyPr/>
          <a:lstStyle/>
          <a:p>
            <a:pPr eaLnBrk="1" hangingPunct="1"/>
            <a:r>
              <a:rPr lang="en-US" altLang="en-US" b="1" dirty="0">
                <a:solidFill>
                  <a:srgbClr val="FFFF00"/>
                </a:solidFill>
              </a:rPr>
              <a:t>DIFFERING VIEWS ON U.S. SPACE GOALS</a:t>
            </a:r>
          </a:p>
        </p:txBody>
      </p:sp>
      <p:sp>
        <p:nvSpPr>
          <p:cNvPr id="67587" name="Rectangle 3">
            <a:extLst>
              <a:ext uri="{FF2B5EF4-FFF2-40B4-BE49-F238E27FC236}">
                <a16:creationId xmlns:a16="http://schemas.microsoft.com/office/drawing/2014/main" id="{68A069D7-6CA9-FF4E-A9E1-7FA7A879B983}"/>
              </a:ext>
            </a:extLst>
          </p:cNvPr>
          <p:cNvSpPr>
            <a:spLocks noGrp="1" noChangeArrowheads="1"/>
          </p:cNvSpPr>
          <p:nvPr>
            <p:ph type="body" idx="1"/>
          </p:nvPr>
        </p:nvSpPr>
        <p:spPr>
          <a:xfrm>
            <a:off x="505728" y="1305637"/>
            <a:ext cx="7818963" cy="5014609"/>
          </a:xfrm>
        </p:spPr>
        <p:txBody>
          <a:bodyPr/>
          <a:lstStyle/>
          <a:p>
            <a:pPr eaLnBrk="1" hangingPunct="1">
              <a:lnSpc>
                <a:spcPct val="90000"/>
              </a:lnSpc>
            </a:pPr>
            <a:r>
              <a:rPr lang="en-US" altLang="en-US" sz="2400" dirty="0">
                <a:solidFill>
                  <a:srgbClr val="FFFF00"/>
                </a:solidFill>
              </a:rPr>
              <a:t>President Kennedy, November 21, 1962 – </a:t>
            </a:r>
            <a:r>
              <a:rPr lang="ja-JP" altLang="en-US" sz="2400">
                <a:solidFill>
                  <a:srgbClr val="FFFF00"/>
                </a:solidFill>
              </a:rPr>
              <a:t>“</a:t>
            </a:r>
            <a:r>
              <a:rPr lang="en-US" altLang="ja-JP" sz="2400" dirty="0">
                <a:solidFill>
                  <a:srgbClr val="FFFF00"/>
                </a:solidFill>
              </a:rPr>
              <a:t>This is important for political reasons, international political reasons. . . Everything that we do ought really to be tied to getting to the moon before the Russians. . . . I’m not that interested in space.</a:t>
            </a:r>
            <a:r>
              <a:rPr lang="ja-JP" altLang="en-US" sz="2400">
                <a:solidFill>
                  <a:srgbClr val="FFFF00"/>
                </a:solidFill>
              </a:rPr>
              <a:t>”</a:t>
            </a:r>
            <a:endParaRPr lang="en-US" altLang="ja-JP" sz="2400" dirty="0">
              <a:solidFill>
                <a:srgbClr val="FFFF00"/>
              </a:solidFill>
            </a:endParaRPr>
          </a:p>
          <a:p>
            <a:pPr eaLnBrk="1" hangingPunct="1">
              <a:lnSpc>
                <a:spcPct val="90000"/>
              </a:lnSpc>
            </a:pPr>
            <a:endParaRPr lang="en-US" altLang="en-US" sz="2400" dirty="0">
              <a:solidFill>
                <a:srgbClr val="FFFF00"/>
              </a:solidFill>
            </a:endParaRPr>
          </a:p>
          <a:p>
            <a:pPr eaLnBrk="1" hangingPunct="1">
              <a:lnSpc>
                <a:spcPct val="90000"/>
              </a:lnSpc>
            </a:pPr>
            <a:r>
              <a:rPr lang="en-US" altLang="en-US" sz="2400" dirty="0">
                <a:solidFill>
                  <a:srgbClr val="FFFF00"/>
                </a:solidFill>
              </a:rPr>
              <a:t>James Webb, November 30, 1962 – </a:t>
            </a:r>
            <a:r>
              <a:rPr lang="ja-JP" altLang="en-US" sz="2400">
                <a:solidFill>
                  <a:srgbClr val="FFFF00"/>
                </a:solidFill>
              </a:rPr>
              <a:t>“</a:t>
            </a:r>
            <a:r>
              <a:rPr lang="en-US" altLang="ja-JP" sz="2400" dirty="0">
                <a:solidFill>
                  <a:srgbClr val="FFFF00"/>
                </a:solidFill>
              </a:rPr>
              <a:t>The objective of our national space program is to become preeminent in all important aspects of this endeavor. . . The manned lunar landing program, although of highest national priority, will not by itself create the preeminent position we seek.</a:t>
            </a:r>
            <a:r>
              <a:rPr lang="ja-JP" altLang="en-US" sz="2400">
                <a:solidFill>
                  <a:srgbClr val="FFFF00"/>
                </a:solidFill>
              </a:rPr>
              <a:t>”</a:t>
            </a:r>
            <a:endParaRPr lang="en-US" altLang="ja-JP" sz="2400" dirty="0">
              <a:solidFill>
                <a:srgbClr val="FFFF00"/>
              </a:solidFill>
            </a:endParaRPr>
          </a:p>
          <a:p>
            <a:pPr eaLnBrk="1" hangingPunct="1">
              <a:lnSpc>
                <a:spcPct val="90000"/>
              </a:lnSpc>
              <a:buFontTx/>
              <a:buNone/>
            </a:pPr>
            <a:endParaRPr lang="en-US" altLang="en-US" sz="2400" dirty="0">
              <a:solidFill>
                <a:srgbClr val="FFFF00"/>
              </a:solidFill>
            </a:endParaRPr>
          </a:p>
          <a:p>
            <a:pPr eaLnBrk="1" hangingPunct="1">
              <a:lnSpc>
                <a:spcPct val="90000"/>
              </a:lnSpc>
              <a:buFontTx/>
              <a:buNone/>
            </a:pPr>
            <a:r>
              <a:rPr lang="en-US" altLang="en-US" sz="1600" dirty="0">
                <a:solidFill>
                  <a:srgbClr val="FFFF00"/>
                </a:solidFill>
                <a:latin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https://www.youtube.com/watch?v=ocywOcHYEkk</a:t>
            </a:r>
            <a:r>
              <a:rPr lang="en-US" altLang="en-US" sz="1600" dirty="0">
                <a:solidFill>
                  <a:srgbClr val="FFFF00"/>
                </a:solidFill>
                <a:latin typeface="Calibri" panose="020F0502020204030204" pitchFamily="34" charset="0"/>
                <a:cs typeface="Calibri" panose="020F0502020204030204" pitchFamily="34" charset="0"/>
              </a:rPr>
              <a:t>  Oval Office Recording</a:t>
            </a:r>
            <a:endParaRPr lang="en-US" altLang="en-US" sz="2400" dirty="0">
              <a:solidFill>
                <a:srgbClr val="FFFF00"/>
              </a:solidFill>
            </a:endParaRPr>
          </a:p>
        </p:txBody>
      </p:sp>
      <p:pic>
        <p:nvPicPr>
          <p:cNvPr id="4" name="Picture 2" descr="Picture of JFK and James Webb">
            <a:extLst>
              <a:ext uri="{FF2B5EF4-FFF2-40B4-BE49-F238E27FC236}">
                <a16:creationId xmlns:a16="http://schemas.microsoft.com/office/drawing/2014/main" id="{B49B322C-541B-C542-B5DE-DFCCC3C2B345}"/>
              </a:ext>
            </a:extLst>
          </p:cNvPr>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a:xfrm>
            <a:off x="8602317" y="1806102"/>
            <a:ext cx="3466465" cy="2775625"/>
          </a:xfrm>
          <a:prstGeom prst="rect">
            <a:avLst/>
          </a:prstGeom>
          <a:ln>
            <a:solidFill>
              <a:srgbClr val="C51929"/>
            </a:solidFill>
            <a:miter lim="800000"/>
            <a:headEnd/>
            <a:tailEnd/>
          </a:ln>
        </p:spPr>
      </p:pic>
    </p:spTree>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2A5F218-6185-AA45-B9FC-441F4436A820}"/>
              </a:ext>
            </a:extLst>
          </p:cNvPr>
          <p:cNvSpPr>
            <a:spLocks noGrp="1"/>
          </p:cNvSpPr>
          <p:nvPr>
            <p:ph type="sldNum" sz="quarter" idx="11"/>
          </p:nvPr>
        </p:nvSpPr>
        <p:spPr/>
        <p:txBody>
          <a:bodyPr/>
          <a:lstStyle/>
          <a:p>
            <a:fld id="{3990D989-9566-A644-BE1A-69008BEE87C4}" type="slidenum">
              <a:rPr lang="en-US" altLang="en-US" smtClean="0"/>
              <a:pPr/>
              <a:t>26</a:t>
            </a:fld>
            <a:endParaRPr lang="en-US" altLang="en-US"/>
          </a:p>
        </p:txBody>
      </p:sp>
      <p:pic>
        <p:nvPicPr>
          <p:cNvPr id="4" name="Picture 3">
            <a:extLst>
              <a:ext uri="{FF2B5EF4-FFF2-40B4-BE49-F238E27FC236}">
                <a16:creationId xmlns:a16="http://schemas.microsoft.com/office/drawing/2014/main" id="{AD482BE7-F58A-8E42-946D-67AFBDCC53B2}"/>
              </a:ext>
            </a:extLst>
          </p:cNvPr>
          <p:cNvPicPr>
            <a:picLocks noChangeAspect="1"/>
          </p:cNvPicPr>
          <p:nvPr/>
        </p:nvPicPr>
        <p:blipFill>
          <a:blip r:embed="rId2"/>
          <a:stretch>
            <a:fillRect/>
          </a:stretch>
        </p:blipFill>
        <p:spPr>
          <a:xfrm>
            <a:off x="1332221" y="0"/>
            <a:ext cx="9527557" cy="6858000"/>
          </a:xfrm>
          <a:prstGeom prst="rect">
            <a:avLst/>
          </a:prstGeom>
        </p:spPr>
      </p:pic>
    </p:spTree>
    <p:extLst>
      <p:ext uri="{BB962C8B-B14F-4D97-AF65-F5344CB8AC3E}">
        <p14:creationId xmlns:p14="http://schemas.microsoft.com/office/powerpoint/2010/main" val="846567726"/>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48B67AF-6FCB-0846-82AB-539FFC418370}"/>
              </a:ext>
            </a:extLst>
          </p:cNvPr>
          <p:cNvSpPr>
            <a:spLocks noGrp="1"/>
          </p:cNvSpPr>
          <p:nvPr>
            <p:ph type="sldNum" sz="quarter" idx="11"/>
          </p:nvPr>
        </p:nvSpPr>
        <p:spPr/>
        <p:txBody>
          <a:bodyPr/>
          <a:lstStyle/>
          <a:p>
            <a:fld id="{3990D989-9566-A644-BE1A-69008BEE87C4}" type="slidenum">
              <a:rPr lang="en-US" altLang="en-US" smtClean="0"/>
              <a:pPr/>
              <a:t>27</a:t>
            </a:fld>
            <a:endParaRPr lang="en-US" altLang="en-US"/>
          </a:p>
        </p:txBody>
      </p:sp>
      <p:pic>
        <p:nvPicPr>
          <p:cNvPr id="4" name="Picture 3">
            <a:extLst>
              <a:ext uri="{FF2B5EF4-FFF2-40B4-BE49-F238E27FC236}">
                <a16:creationId xmlns:a16="http://schemas.microsoft.com/office/drawing/2014/main" id="{DCD13853-787E-2844-B651-FAC2A8FAA09B}"/>
              </a:ext>
            </a:extLst>
          </p:cNvPr>
          <p:cNvPicPr>
            <a:picLocks noChangeAspect="1"/>
          </p:cNvPicPr>
          <p:nvPr/>
        </p:nvPicPr>
        <p:blipFill>
          <a:blip r:embed="rId2"/>
          <a:stretch>
            <a:fillRect/>
          </a:stretch>
        </p:blipFill>
        <p:spPr>
          <a:xfrm>
            <a:off x="1494925" y="0"/>
            <a:ext cx="9202149" cy="6858000"/>
          </a:xfrm>
          <a:prstGeom prst="rect">
            <a:avLst/>
          </a:prstGeom>
        </p:spPr>
      </p:pic>
    </p:spTree>
    <p:extLst>
      <p:ext uri="{BB962C8B-B14F-4D97-AF65-F5344CB8AC3E}">
        <p14:creationId xmlns:p14="http://schemas.microsoft.com/office/powerpoint/2010/main" val="2474948691"/>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3366FF"/>
        </a:solidFill>
        <a:effectLst/>
      </p:bgPr>
    </p:bg>
    <p:spTree>
      <p:nvGrpSpPr>
        <p:cNvPr id="1" name=""/>
        <p:cNvGrpSpPr/>
        <p:nvPr/>
      </p:nvGrpSpPr>
      <p:grpSpPr>
        <a:xfrm>
          <a:off x="0" y="0"/>
          <a:ext cx="0" cy="0"/>
          <a:chOff x="0" y="0"/>
          <a:chExt cx="0" cy="0"/>
        </a:xfrm>
      </p:grpSpPr>
      <p:sp>
        <p:nvSpPr>
          <p:cNvPr id="94209" name="Title 1">
            <a:extLst>
              <a:ext uri="{FF2B5EF4-FFF2-40B4-BE49-F238E27FC236}">
                <a16:creationId xmlns:a16="http://schemas.microsoft.com/office/drawing/2014/main" id="{63A16AFB-F65B-2044-9038-2E517D0CCE24}"/>
              </a:ext>
            </a:extLst>
          </p:cNvPr>
          <p:cNvSpPr>
            <a:spLocks noGrp="1"/>
          </p:cNvSpPr>
          <p:nvPr>
            <p:ph type="title"/>
          </p:nvPr>
        </p:nvSpPr>
        <p:spPr>
          <a:xfrm>
            <a:off x="496583" y="0"/>
            <a:ext cx="11144036" cy="1216025"/>
          </a:xfrm>
        </p:spPr>
        <p:txBody>
          <a:bodyPr/>
          <a:lstStyle/>
          <a:p>
            <a:r>
              <a:rPr lang="en-US" altLang="en-US" b="1" dirty="0">
                <a:solidFill>
                  <a:srgbClr val="FFFF00"/>
                </a:solidFill>
              </a:rPr>
              <a:t>PROJECT APOLLO AND NATIONAL SECURITY</a:t>
            </a:r>
          </a:p>
        </p:txBody>
      </p:sp>
      <p:sp>
        <p:nvSpPr>
          <p:cNvPr id="17411" name="Content Placeholder 2">
            <a:extLst>
              <a:ext uri="{FF2B5EF4-FFF2-40B4-BE49-F238E27FC236}">
                <a16:creationId xmlns:a16="http://schemas.microsoft.com/office/drawing/2014/main" id="{AC458FB1-C9E2-CB45-8D19-9CEA4AF39476}"/>
              </a:ext>
            </a:extLst>
          </p:cNvPr>
          <p:cNvSpPr>
            <a:spLocks noGrp="1"/>
          </p:cNvSpPr>
          <p:nvPr>
            <p:ph idx="1"/>
          </p:nvPr>
        </p:nvSpPr>
        <p:spPr>
          <a:xfrm>
            <a:off x="496584" y="1289726"/>
            <a:ext cx="11144036" cy="5059363"/>
          </a:xfrm>
          <a:solidFill>
            <a:schemeClr val="bg1"/>
          </a:solidFill>
        </p:spPr>
        <p:txBody>
          <a:bodyPr>
            <a:normAutofit/>
          </a:bodyPr>
          <a:lstStyle/>
          <a:p>
            <a:pPr lvl="1">
              <a:lnSpc>
                <a:spcPct val="90000"/>
              </a:lnSpc>
            </a:pPr>
            <a:endParaRPr lang="en-US" altLang="en-US" sz="2200" dirty="0">
              <a:solidFill>
                <a:srgbClr val="000000"/>
              </a:solidFill>
            </a:endParaRPr>
          </a:p>
          <a:p>
            <a:pPr>
              <a:spcBef>
                <a:spcPts val="600"/>
              </a:spcBef>
            </a:pPr>
            <a:r>
              <a:rPr lang="en-US" altLang="en-US" sz="2400" dirty="0">
                <a:solidFill>
                  <a:srgbClr val="000000"/>
                </a:solidFill>
              </a:rPr>
              <a:t>On September 18, 1963, JFK met with James Webb to discuss the political problems associated with Apollo</a:t>
            </a:r>
          </a:p>
          <a:p>
            <a:pPr lvl="1">
              <a:spcBef>
                <a:spcPts val="600"/>
              </a:spcBef>
            </a:pPr>
            <a:r>
              <a:rPr lang="en-US" altLang="en-US" sz="2000" dirty="0">
                <a:solidFill>
                  <a:srgbClr val="000000"/>
                </a:solidFill>
              </a:rPr>
              <a:t>JFK – “Right now, I don’t think the space program has a lot of political positives. . . . I think this can be an asset, this program. . . . This is mid-journey and therefore everybody says ‘what the hell are we making this trip for’ but at the end of the thing they may be glad we made it. But I think  we’ve got to defend ourselves now . . . Unless the Russians do something spectacular, the only way we can defend ourselves is if we put a national security rather than  a prestige label on this.”</a:t>
            </a:r>
          </a:p>
          <a:p>
            <a:pPr lvl="1">
              <a:spcBef>
                <a:spcPts val="600"/>
              </a:spcBef>
            </a:pPr>
            <a:endParaRPr lang="en-US" altLang="en-US" sz="1800" dirty="0">
              <a:solidFill>
                <a:srgbClr val="000000"/>
              </a:solidFill>
            </a:endParaRPr>
          </a:p>
          <a:p>
            <a:pPr>
              <a:spcBef>
                <a:spcPts val="600"/>
              </a:spcBef>
            </a:pPr>
            <a:r>
              <a:rPr lang="en-US" altLang="en-US" sz="2400" dirty="0">
                <a:solidFill>
                  <a:srgbClr val="000000"/>
                </a:solidFill>
              </a:rPr>
              <a:t>In early October 1963, as he awaited a Soviet response to his cooperative proposal, Kennedy ordered a sweeping review of the total U.S. space program, both civilian and military. </a:t>
            </a:r>
          </a:p>
          <a:p>
            <a:pPr lvl="1">
              <a:lnSpc>
                <a:spcPct val="90000"/>
              </a:lnSpc>
            </a:pPr>
            <a:endParaRPr lang="en-US" altLang="en-US" sz="1800" dirty="0">
              <a:solidFill>
                <a:srgbClr val="000000"/>
              </a:solidFill>
            </a:endParaRPr>
          </a:p>
        </p:txBody>
      </p:sp>
      <p:sp>
        <p:nvSpPr>
          <p:cNvPr id="94211" name="TextBox 1">
            <a:extLst>
              <a:ext uri="{FF2B5EF4-FFF2-40B4-BE49-F238E27FC236}">
                <a16:creationId xmlns:a16="http://schemas.microsoft.com/office/drawing/2014/main" id="{F8ECA9F5-0D40-B446-A048-36BDCDED7E6D}"/>
              </a:ext>
            </a:extLst>
          </p:cNvPr>
          <p:cNvSpPr txBox="1">
            <a:spLocks noChangeArrowheads="1"/>
          </p:cNvSpPr>
          <p:nvPr/>
        </p:nvSpPr>
        <p:spPr bwMode="auto">
          <a:xfrm>
            <a:off x="5188450" y="6010952"/>
            <a:ext cx="2682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pPr algn="r"/>
            <a:r>
              <a:rPr lang="en-US" altLang="en-US" sz="1600" dirty="0"/>
              <a:t>- John Logsdon</a:t>
            </a:r>
          </a:p>
        </p:txBody>
      </p:sp>
    </p:spTree>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3366FF"/>
        </a:solidFill>
        <a:effectLst/>
      </p:bgPr>
    </p:bg>
    <p:spTree>
      <p:nvGrpSpPr>
        <p:cNvPr id="1" name=""/>
        <p:cNvGrpSpPr/>
        <p:nvPr/>
      </p:nvGrpSpPr>
      <p:grpSpPr>
        <a:xfrm>
          <a:off x="0" y="0"/>
          <a:ext cx="0" cy="0"/>
          <a:chOff x="0" y="0"/>
          <a:chExt cx="0" cy="0"/>
        </a:xfrm>
      </p:grpSpPr>
      <p:sp>
        <p:nvSpPr>
          <p:cNvPr id="18435" name="Rectangle 3">
            <a:extLst>
              <a:ext uri="{FF2B5EF4-FFF2-40B4-BE49-F238E27FC236}">
                <a16:creationId xmlns:a16="http://schemas.microsoft.com/office/drawing/2014/main" id="{20151AF7-96AD-9E41-990C-9E65BD4AA644}"/>
              </a:ext>
            </a:extLst>
          </p:cNvPr>
          <p:cNvSpPr>
            <a:spLocks noGrp="1" noChangeArrowheads="1"/>
          </p:cNvSpPr>
          <p:nvPr>
            <p:ph sz="half" idx="1"/>
          </p:nvPr>
        </p:nvSpPr>
        <p:spPr>
          <a:xfrm>
            <a:off x="452064" y="1263650"/>
            <a:ext cx="5982076" cy="5594350"/>
          </a:xfrm>
        </p:spPr>
        <p:txBody>
          <a:bodyPr>
            <a:normAutofit/>
          </a:bodyPr>
          <a:lstStyle/>
          <a:p>
            <a:pPr eaLnBrk="1" hangingPunct="1">
              <a:lnSpc>
                <a:spcPct val="40000"/>
              </a:lnSpc>
            </a:pPr>
            <a:endParaRPr lang="en-US" altLang="en-US" sz="900" dirty="0">
              <a:solidFill>
                <a:srgbClr val="FFFF00"/>
              </a:solidFill>
            </a:endParaRPr>
          </a:p>
          <a:p>
            <a:pPr eaLnBrk="1" hangingPunct="1">
              <a:spcBef>
                <a:spcPts val="600"/>
              </a:spcBef>
              <a:spcAft>
                <a:spcPts val="0"/>
              </a:spcAft>
            </a:pPr>
            <a:r>
              <a:rPr lang="en-US" altLang="en-US" sz="2000" dirty="0">
                <a:solidFill>
                  <a:srgbClr val="FFFF00"/>
                </a:solidFill>
              </a:rPr>
              <a:t>In his Inaugural Address, JFK suggested to the Soviet Union  “together let us explore the stars.”  He never lost the hope for U.S.-Soviet space cooperation, even as he decided to compete</a:t>
            </a:r>
          </a:p>
          <a:p>
            <a:pPr eaLnBrk="1" hangingPunct="1">
              <a:spcBef>
                <a:spcPts val="600"/>
              </a:spcBef>
              <a:spcAft>
                <a:spcPts val="0"/>
              </a:spcAft>
            </a:pPr>
            <a:r>
              <a:rPr lang="en-US" altLang="en-US" sz="2000" dirty="0">
                <a:solidFill>
                  <a:srgbClr val="FFFF00"/>
                </a:solidFill>
              </a:rPr>
              <a:t>Ten days after announcing his decision to go to the Moon, JFK met Nikita Khrushchev in Vienna and proposed going to the Moon together. Khrushchev said “no”</a:t>
            </a:r>
          </a:p>
          <a:p>
            <a:pPr eaLnBrk="1" hangingPunct="1">
              <a:spcBef>
                <a:spcPts val="600"/>
              </a:spcBef>
              <a:spcAft>
                <a:spcPts val="0"/>
              </a:spcAft>
            </a:pPr>
            <a:r>
              <a:rPr lang="en-US" altLang="en-US" sz="2000" dirty="0">
                <a:solidFill>
                  <a:srgbClr val="FFFF00"/>
                </a:solidFill>
              </a:rPr>
              <a:t>On September 20, 1963, Kennedy spoke to the General Assembly of the United Nations and proposed US – USSR cooperation in lunar exploration; he followed this up with a November 12, 1963 national security memorandum asking for a study of how such cooperation might work</a:t>
            </a:r>
          </a:p>
          <a:p>
            <a:pPr eaLnBrk="1" hangingPunct="1">
              <a:lnSpc>
                <a:spcPct val="90000"/>
              </a:lnSpc>
              <a:spcAft>
                <a:spcPct val="25000"/>
              </a:spcAft>
            </a:pPr>
            <a:endParaRPr lang="en-US" altLang="en-US" sz="2000" dirty="0">
              <a:solidFill>
                <a:srgbClr val="FFFF00"/>
              </a:solidFill>
            </a:endParaRPr>
          </a:p>
        </p:txBody>
      </p:sp>
      <p:pic>
        <p:nvPicPr>
          <p:cNvPr id="93187" name="Picture 4" descr="C:\Users\user\Documents\JFK Book\Final Photos\Figure 10.1.jpg">
            <a:extLst>
              <a:ext uri="{FF2B5EF4-FFF2-40B4-BE49-F238E27FC236}">
                <a16:creationId xmlns:a16="http://schemas.microsoft.com/office/drawing/2014/main" id="{427C5175-8756-4246-A1A1-8D65E44F0214}"/>
              </a:ext>
            </a:extLst>
          </p:cNvPr>
          <p:cNvPicPr>
            <a:picLocks noGrp="1" noChangeAspect="1" noChangeArrowheads="1"/>
          </p:cNvPicPr>
          <p:nvPr>
            <p:ph sz="half" idx="2"/>
          </p:nvPr>
        </p:nvPicPr>
        <p:blipFill>
          <a:blip r:embed="rId3">
            <a:extLst>
              <a:ext uri="{28A0092B-C50C-407E-A947-70E740481C1C}">
                <a14:useLocalDpi xmlns:a14="http://schemas.microsoft.com/office/drawing/2010/main"/>
              </a:ext>
            </a:extLst>
          </a:blip>
          <a:srcRect/>
          <a:stretch>
            <a:fillRect/>
          </a:stretch>
        </p:blipFill>
        <p:spPr>
          <a:xfrm>
            <a:off x="8560952" y="1263650"/>
            <a:ext cx="3236195" cy="2514599"/>
          </a:xfrm>
          <a:ln>
            <a:solidFill>
              <a:srgbClr val="C51929"/>
            </a:solidFill>
            <a:miter lim="800000"/>
            <a:headEnd/>
            <a:tailEnd/>
          </a:ln>
        </p:spPr>
      </p:pic>
      <p:sp>
        <p:nvSpPr>
          <p:cNvPr id="3" name="Rectangle 2">
            <a:extLst>
              <a:ext uri="{FF2B5EF4-FFF2-40B4-BE49-F238E27FC236}">
                <a16:creationId xmlns:a16="http://schemas.microsoft.com/office/drawing/2014/main" id="{9F3103B2-1CBB-B147-93D4-E3480C642AD2}"/>
              </a:ext>
            </a:extLst>
          </p:cNvPr>
          <p:cNvSpPr/>
          <p:nvPr/>
        </p:nvSpPr>
        <p:spPr bwMode="auto">
          <a:xfrm>
            <a:off x="0" y="656492"/>
            <a:ext cx="12192000" cy="486508"/>
          </a:xfrm>
          <a:prstGeom prst="rect">
            <a:avLst/>
          </a:prstGeom>
          <a:solidFill>
            <a:srgbClr val="3366FF"/>
          </a:solidFill>
          <a:ln w="9525" cap="flat" cmpd="sng" algn="ctr">
            <a:solidFill>
              <a:srgbClr val="3366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Arial" pitchFamily="-112" charset="0"/>
              <a:ea typeface="ＭＳ Ｐゴシック" pitchFamily="-112" charset="-128"/>
              <a:cs typeface="ＭＳ Ｐゴシック" pitchFamily="-112" charset="-128"/>
            </a:endParaRPr>
          </a:p>
        </p:txBody>
      </p:sp>
      <p:sp>
        <p:nvSpPr>
          <p:cNvPr id="93185" name="Rectangle 2">
            <a:extLst>
              <a:ext uri="{FF2B5EF4-FFF2-40B4-BE49-F238E27FC236}">
                <a16:creationId xmlns:a16="http://schemas.microsoft.com/office/drawing/2014/main" id="{2E1C3142-E3EA-AC45-AE86-CDC4A9451CFF}"/>
              </a:ext>
            </a:extLst>
          </p:cNvPr>
          <p:cNvSpPr>
            <a:spLocks noGrp="1" noChangeArrowheads="1"/>
          </p:cNvSpPr>
          <p:nvPr>
            <p:ph type="title"/>
          </p:nvPr>
        </p:nvSpPr>
        <p:spPr>
          <a:xfrm>
            <a:off x="713351" y="44450"/>
            <a:ext cx="11026585" cy="1219200"/>
          </a:xfrm>
        </p:spPr>
        <p:txBody>
          <a:bodyPr/>
          <a:lstStyle/>
          <a:p>
            <a:pPr eaLnBrk="1" hangingPunct="1"/>
            <a:r>
              <a:rPr lang="en-US" altLang="en-US" b="1" dirty="0">
                <a:solidFill>
                  <a:srgbClr val="FFFF00"/>
                </a:solidFill>
              </a:rPr>
              <a:t>GOING TO THE MOON WITH THE SOVIET UNION: PURSUIT OF AN ILLUSION?</a:t>
            </a:r>
          </a:p>
        </p:txBody>
      </p:sp>
      <p:pic>
        <p:nvPicPr>
          <p:cNvPr id="5" name="Picture 4">
            <a:extLst>
              <a:ext uri="{FF2B5EF4-FFF2-40B4-BE49-F238E27FC236}">
                <a16:creationId xmlns:a16="http://schemas.microsoft.com/office/drawing/2014/main" id="{F35D9983-0211-E544-AFCE-319FDC85FA5F}"/>
              </a:ext>
            </a:extLst>
          </p:cNvPr>
          <p:cNvPicPr>
            <a:picLocks noChangeAspect="1"/>
          </p:cNvPicPr>
          <p:nvPr/>
        </p:nvPicPr>
        <p:blipFill>
          <a:blip r:embed="rId4"/>
          <a:stretch>
            <a:fillRect/>
          </a:stretch>
        </p:blipFill>
        <p:spPr>
          <a:xfrm>
            <a:off x="6954004" y="3969956"/>
            <a:ext cx="3960430" cy="2711432"/>
          </a:xfrm>
          <a:prstGeom prst="rect">
            <a:avLst/>
          </a:prstGeom>
        </p:spPr>
      </p:pic>
    </p:spTree>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3366FF"/>
        </a:solidFill>
        <a:effectLst/>
      </p:bgPr>
    </p:bg>
    <p:spTree>
      <p:nvGrpSpPr>
        <p:cNvPr id="1" name=""/>
        <p:cNvGrpSpPr/>
        <p:nvPr/>
      </p:nvGrpSpPr>
      <p:grpSpPr>
        <a:xfrm>
          <a:off x="0" y="0"/>
          <a:ext cx="0" cy="0"/>
          <a:chOff x="0" y="0"/>
          <a:chExt cx="0" cy="0"/>
        </a:xfrm>
      </p:grpSpPr>
      <p:sp>
        <p:nvSpPr>
          <p:cNvPr id="95233" name="Title 1">
            <a:extLst>
              <a:ext uri="{FF2B5EF4-FFF2-40B4-BE49-F238E27FC236}">
                <a16:creationId xmlns:a16="http://schemas.microsoft.com/office/drawing/2014/main" id="{CCACBFA2-3998-7141-83BE-146CBDDCA9B1}"/>
              </a:ext>
            </a:extLst>
          </p:cNvPr>
          <p:cNvSpPr>
            <a:spLocks noGrp="1"/>
          </p:cNvSpPr>
          <p:nvPr>
            <p:ph type="title"/>
          </p:nvPr>
        </p:nvSpPr>
        <p:spPr>
          <a:xfrm>
            <a:off x="778266" y="376433"/>
            <a:ext cx="10635467" cy="597757"/>
          </a:xfrm>
        </p:spPr>
        <p:txBody>
          <a:bodyPr/>
          <a:lstStyle/>
          <a:p>
            <a:pPr eaLnBrk="1" hangingPunct="1"/>
            <a:r>
              <a:rPr lang="en-US" altLang="en-US" b="1" dirty="0">
                <a:solidFill>
                  <a:srgbClr val="FFFF00"/>
                </a:solidFill>
              </a:rPr>
              <a:t>WERE MAJOR CHANGES IN THE WIND?</a:t>
            </a:r>
          </a:p>
        </p:txBody>
      </p:sp>
      <p:sp>
        <p:nvSpPr>
          <p:cNvPr id="20483" name="Content Placeholder 3">
            <a:extLst>
              <a:ext uri="{FF2B5EF4-FFF2-40B4-BE49-F238E27FC236}">
                <a16:creationId xmlns:a16="http://schemas.microsoft.com/office/drawing/2014/main" id="{08854DD1-26A3-E64E-B991-BD66787E82C2}"/>
              </a:ext>
            </a:extLst>
          </p:cNvPr>
          <p:cNvSpPr>
            <a:spLocks noGrp="1"/>
          </p:cNvSpPr>
          <p:nvPr>
            <p:ph idx="1"/>
          </p:nvPr>
        </p:nvSpPr>
        <p:spPr>
          <a:xfrm>
            <a:off x="633046" y="1219343"/>
            <a:ext cx="10914185" cy="5422900"/>
          </a:xfrm>
        </p:spPr>
        <p:txBody>
          <a:bodyPr>
            <a:normAutofit/>
          </a:bodyPr>
          <a:lstStyle/>
          <a:p>
            <a:pPr eaLnBrk="1" hangingPunct="1">
              <a:spcBef>
                <a:spcPts val="600"/>
              </a:spcBef>
            </a:pPr>
            <a:r>
              <a:rPr lang="en-US" altLang="en-US" sz="2000" dirty="0">
                <a:solidFill>
                  <a:srgbClr val="FFFF00"/>
                </a:solidFill>
              </a:rPr>
              <a:t>During this review, slowing down or even canceling Apollo was considered; some senior JFK advisors favored  at least relaxing the “end of the decade” deadline.</a:t>
            </a:r>
          </a:p>
          <a:p>
            <a:pPr marL="0" indent="0" eaLnBrk="1" hangingPunct="1">
              <a:spcBef>
                <a:spcPts val="600"/>
              </a:spcBef>
            </a:pPr>
            <a:endParaRPr lang="en-US" altLang="en-US" sz="2000" dirty="0">
              <a:solidFill>
                <a:srgbClr val="FFFF00"/>
              </a:solidFill>
            </a:endParaRPr>
          </a:p>
          <a:p>
            <a:pPr eaLnBrk="1" hangingPunct="1">
              <a:spcBef>
                <a:spcPts val="600"/>
              </a:spcBef>
            </a:pPr>
            <a:r>
              <a:rPr lang="en-US" altLang="en-US" sz="2000" dirty="0">
                <a:solidFill>
                  <a:srgbClr val="FFFF00"/>
                </a:solidFill>
              </a:rPr>
              <a:t>Robert McNamara and his DOD associates were consistent in their view that Apollo had no direct military value.</a:t>
            </a:r>
          </a:p>
          <a:p>
            <a:pPr eaLnBrk="1" hangingPunct="1">
              <a:spcBef>
                <a:spcPts val="600"/>
              </a:spcBef>
            </a:pPr>
            <a:endParaRPr lang="en-US" altLang="en-US" sz="2000" dirty="0">
              <a:solidFill>
                <a:srgbClr val="FFFF00"/>
              </a:solidFill>
            </a:endParaRPr>
          </a:p>
          <a:p>
            <a:pPr eaLnBrk="1" hangingPunct="1">
              <a:spcBef>
                <a:spcPts val="600"/>
              </a:spcBef>
            </a:pPr>
            <a:r>
              <a:rPr lang="en-US" altLang="en-US" sz="2000" dirty="0">
                <a:solidFill>
                  <a:srgbClr val="FFFF00"/>
                </a:solidFill>
              </a:rPr>
              <a:t>The Bureau of the Budget, which was managing the review, concluded  that “in the absence of  clear changes in the technical or international situations, the only basis for backing off” from the end of the decade goal was fiscal, but that the costs of the program could be accommodated in projected budgets.</a:t>
            </a:r>
          </a:p>
          <a:p>
            <a:pPr marL="0" indent="0" eaLnBrk="1" hangingPunct="1">
              <a:spcBef>
                <a:spcPts val="600"/>
              </a:spcBef>
            </a:pPr>
            <a:endParaRPr lang="en-US" altLang="en-US" sz="2000" dirty="0">
              <a:solidFill>
                <a:srgbClr val="FFFF00"/>
              </a:solidFill>
            </a:endParaRPr>
          </a:p>
          <a:p>
            <a:pPr eaLnBrk="1" hangingPunct="1">
              <a:spcBef>
                <a:spcPts val="600"/>
              </a:spcBef>
            </a:pPr>
            <a:r>
              <a:rPr lang="en-US" altLang="en-US" sz="2000" dirty="0">
                <a:solidFill>
                  <a:srgbClr val="FFFF00"/>
                </a:solidFill>
              </a:rPr>
              <a:t>JFK was assassinated before results of review reached his desk, although he may have been briefed on the preliminary conclusions.</a:t>
            </a:r>
          </a:p>
          <a:p>
            <a:pPr marL="0" indent="0" eaLnBrk="1" hangingPunct="1">
              <a:spcBef>
                <a:spcPts val="600"/>
              </a:spcBef>
            </a:pPr>
            <a:endParaRPr lang="en-US" altLang="en-US" sz="1800" dirty="0">
              <a:solidFill>
                <a:srgbClr val="FFFF00"/>
              </a:solidFill>
            </a:endParaRPr>
          </a:p>
        </p:txBody>
      </p:sp>
      <p:sp>
        <p:nvSpPr>
          <p:cNvPr id="95235" name="TextBox 1">
            <a:extLst>
              <a:ext uri="{FF2B5EF4-FFF2-40B4-BE49-F238E27FC236}">
                <a16:creationId xmlns:a16="http://schemas.microsoft.com/office/drawing/2014/main" id="{CDCFC1FE-4CA1-CA40-ABED-CA59B871B46E}"/>
              </a:ext>
            </a:extLst>
          </p:cNvPr>
          <p:cNvSpPr txBox="1">
            <a:spLocks noChangeArrowheads="1"/>
          </p:cNvSpPr>
          <p:nvPr/>
        </p:nvSpPr>
        <p:spPr bwMode="auto">
          <a:xfrm>
            <a:off x="6447176" y="5916060"/>
            <a:ext cx="25225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pPr algn="r"/>
            <a:r>
              <a:rPr lang="en-US" altLang="en-US" sz="1600" dirty="0">
                <a:solidFill>
                  <a:srgbClr val="FFFF00"/>
                </a:solidFill>
              </a:rPr>
              <a:t>- John Logsdon</a:t>
            </a:r>
          </a:p>
          <a:p>
            <a:pPr algn="r"/>
            <a:endParaRPr lang="en-US" altLang="en-US" sz="1600" dirty="0">
              <a:solidFill>
                <a:srgbClr val="FFFF00"/>
              </a:solidFill>
            </a:endParaRPr>
          </a:p>
        </p:txBody>
      </p:sp>
    </p:spTree>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3366FF"/>
        </a:solidFill>
        <a:effectLst/>
      </p:bgPr>
    </p:bg>
    <p:spTree>
      <p:nvGrpSpPr>
        <p:cNvPr id="1" name=""/>
        <p:cNvGrpSpPr/>
        <p:nvPr/>
      </p:nvGrpSpPr>
      <p:grpSpPr>
        <a:xfrm>
          <a:off x="0" y="0"/>
          <a:ext cx="0" cy="0"/>
          <a:chOff x="0" y="0"/>
          <a:chExt cx="0" cy="0"/>
        </a:xfrm>
      </p:grpSpPr>
      <p:sp>
        <p:nvSpPr>
          <p:cNvPr id="21506" name="Title 4">
            <a:extLst>
              <a:ext uri="{FF2B5EF4-FFF2-40B4-BE49-F238E27FC236}">
                <a16:creationId xmlns:a16="http://schemas.microsoft.com/office/drawing/2014/main" id="{F4970211-3B42-8B4B-9364-EAAEAC5A01CE}"/>
              </a:ext>
            </a:extLst>
          </p:cNvPr>
          <p:cNvSpPr>
            <a:spLocks noGrp="1"/>
          </p:cNvSpPr>
          <p:nvPr>
            <p:ph type="title"/>
          </p:nvPr>
        </p:nvSpPr>
        <p:spPr>
          <a:xfrm>
            <a:off x="856033" y="274638"/>
            <a:ext cx="10535055" cy="792162"/>
          </a:xfrm>
        </p:spPr>
        <p:txBody>
          <a:bodyPr/>
          <a:lstStyle/>
          <a:p>
            <a:pPr>
              <a:defRPr/>
            </a:pPr>
            <a:r>
              <a:rPr lang="en-US" b="1" dirty="0">
                <a:solidFill>
                  <a:srgbClr val="FFFF00"/>
                </a:solidFill>
                <a:latin typeface="+mn-lt"/>
              </a:rPr>
              <a:t>JFK REGAINS HIS ENTHUSIASM </a:t>
            </a:r>
          </a:p>
        </p:txBody>
      </p:sp>
      <p:sp>
        <p:nvSpPr>
          <p:cNvPr id="96258" name="Content Placeholder 5">
            <a:extLst>
              <a:ext uri="{FF2B5EF4-FFF2-40B4-BE49-F238E27FC236}">
                <a16:creationId xmlns:a16="http://schemas.microsoft.com/office/drawing/2014/main" id="{C1B80667-400F-8C49-9C5A-F4CA0AF16754}"/>
              </a:ext>
            </a:extLst>
          </p:cNvPr>
          <p:cNvSpPr>
            <a:spLocks noGrp="1"/>
          </p:cNvSpPr>
          <p:nvPr>
            <p:ph sz="half" idx="1"/>
          </p:nvPr>
        </p:nvSpPr>
        <p:spPr>
          <a:xfrm>
            <a:off x="330018" y="1360553"/>
            <a:ext cx="6340366" cy="5328494"/>
          </a:xfrm>
        </p:spPr>
        <p:txBody>
          <a:bodyPr/>
          <a:lstStyle/>
          <a:p>
            <a:pPr>
              <a:spcBef>
                <a:spcPts val="600"/>
              </a:spcBef>
            </a:pPr>
            <a:r>
              <a:rPr lang="en-US" altLang="en-US" sz="2000" dirty="0">
                <a:solidFill>
                  <a:srgbClr val="FFFF00"/>
                </a:solidFill>
              </a:rPr>
              <a:t>JFK visited Cape Canaveral on November 16, 1963</a:t>
            </a:r>
          </a:p>
          <a:p>
            <a:pPr>
              <a:spcBef>
                <a:spcPts val="600"/>
              </a:spcBef>
            </a:pPr>
            <a:r>
              <a:rPr lang="en-US" altLang="en-US" sz="2000" dirty="0">
                <a:solidFill>
                  <a:srgbClr val="FFFF00"/>
                </a:solidFill>
              </a:rPr>
              <a:t>There, he was briefed on Apollo plans</a:t>
            </a:r>
          </a:p>
          <a:p>
            <a:pPr lvl="1">
              <a:spcBef>
                <a:spcPts val="600"/>
              </a:spcBef>
            </a:pPr>
            <a:r>
              <a:rPr lang="en-US" altLang="en-US" sz="2000" dirty="0">
                <a:solidFill>
                  <a:srgbClr val="FFFF00"/>
                </a:solidFill>
              </a:rPr>
              <a:t>NASA #3 Robert Seamans – “maybe for the first time, [JFK] began to realize the dimensions of these projects”</a:t>
            </a:r>
          </a:p>
          <a:p>
            <a:pPr>
              <a:spcBef>
                <a:spcPts val="600"/>
              </a:spcBef>
            </a:pPr>
            <a:r>
              <a:rPr lang="en-US" altLang="en-US" sz="2000" dirty="0">
                <a:solidFill>
                  <a:srgbClr val="FFFF00"/>
                </a:solidFill>
              </a:rPr>
              <a:t>Kennedy also was briefed by </a:t>
            </a:r>
            <a:r>
              <a:rPr lang="en-US" altLang="en-US" sz="2000" dirty="0" err="1">
                <a:solidFill>
                  <a:srgbClr val="FFFF00"/>
                </a:solidFill>
              </a:rPr>
              <a:t>Wernher</a:t>
            </a:r>
            <a:r>
              <a:rPr lang="en-US" altLang="en-US" sz="2000" dirty="0">
                <a:solidFill>
                  <a:srgbClr val="FFFF00"/>
                </a:solidFill>
              </a:rPr>
              <a:t> von Braun in front of  a Saturn 1 booster being readied for a December launch; that launch would give the U.S. a lead in lifting power</a:t>
            </a:r>
          </a:p>
          <a:p>
            <a:pPr>
              <a:spcBef>
                <a:spcPts val="600"/>
              </a:spcBef>
            </a:pPr>
            <a:r>
              <a:rPr lang="en-US" altLang="en-US" sz="2000" dirty="0">
                <a:solidFill>
                  <a:srgbClr val="FFFF00"/>
                </a:solidFill>
              </a:rPr>
              <a:t>Kennedy came away from his visit very enthused about what he had seen.</a:t>
            </a:r>
          </a:p>
          <a:p>
            <a:pPr>
              <a:spcBef>
                <a:spcPts val="600"/>
              </a:spcBef>
            </a:pPr>
            <a:r>
              <a:rPr lang="en-US" altLang="en-US" sz="2000" dirty="0">
                <a:solidFill>
                  <a:srgbClr val="FFFF00"/>
                </a:solidFill>
              </a:rPr>
              <a:t>Six days later he fell victim to an assassin’s bullet</a:t>
            </a:r>
          </a:p>
        </p:txBody>
      </p:sp>
      <p:pic>
        <p:nvPicPr>
          <p:cNvPr id="96260" name="Content Placeholder 5" descr="C:\Users\user\Documents\JFK Book\Final Photos\Figure 13.1.jpg">
            <a:extLst>
              <a:ext uri="{FF2B5EF4-FFF2-40B4-BE49-F238E27FC236}">
                <a16:creationId xmlns:a16="http://schemas.microsoft.com/office/drawing/2014/main" id="{B2EAA32D-CDF3-D443-8B21-7A19084F3E97}"/>
              </a:ext>
            </a:extLst>
          </p:cNvPr>
          <p:cNvPicPr>
            <a:picLocks noGrp="1" noChangeAspect="1" noChangeArrowheads="1"/>
          </p:cNvPicPr>
          <p:nvPr>
            <p:ph sz="half" idx="2"/>
          </p:nvPr>
        </p:nvPicPr>
        <p:blipFill>
          <a:blip r:embed="rId3" cstate="print">
            <a:extLst>
              <a:ext uri="{28A0092B-C50C-407E-A947-70E740481C1C}">
                <a14:useLocalDpi xmlns:a14="http://schemas.microsoft.com/office/drawing/2010/main"/>
              </a:ext>
            </a:extLst>
          </a:blip>
          <a:srcRect/>
          <a:stretch>
            <a:fillRect/>
          </a:stretch>
        </p:blipFill>
        <p:spPr>
          <a:xfrm>
            <a:off x="8445867" y="4238356"/>
            <a:ext cx="3416115" cy="2450691"/>
          </a:xfrm>
          <a:ln>
            <a:noFill/>
            <a:miter lim="800000"/>
            <a:headEnd/>
            <a:tailEnd/>
          </a:ln>
        </p:spPr>
      </p:pic>
      <p:pic>
        <p:nvPicPr>
          <p:cNvPr id="3" name="Picture 2">
            <a:extLst>
              <a:ext uri="{FF2B5EF4-FFF2-40B4-BE49-F238E27FC236}">
                <a16:creationId xmlns:a16="http://schemas.microsoft.com/office/drawing/2014/main" id="{BEAE5D86-4A94-C446-87B4-F669E3DE1263}"/>
              </a:ext>
            </a:extLst>
          </p:cNvPr>
          <p:cNvPicPr>
            <a:picLocks noChangeAspect="1"/>
          </p:cNvPicPr>
          <p:nvPr/>
        </p:nvPicPr>
        <p:blipFill>
          <a:blip r:embed="rId4"/>
          <a:stretch>
            <a:fillRect/>
          </a:stretch>
        </p:blipFill>
        <p:spPr>
          <a:xfrm>
            <a:off x="6975988" y="274638"/>
            <a:ext cx="3835546" cy="3787601"/>
          </a:xfrm>
          <a:prstGeom prst="rect">
            <a:avLst/>
          </a:prstGeom>
        </p:spPr>
      </p:pic>
    </p:spTree>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3366FF"/>
        </a:solidFill>
        <a:effectLst/>
      </p:bgPr>
    </p:bg>
    <p:spTree>
      <p:nvGrpSpPr>
        <p:cNvPr id="1" name=""/>
        <p:cNvGrpSpPr/>
        <p:nvPr/>
      </p:nvGrpSpPr>
      <p:grpSpPr>
        <a:xfrm>
          <a:off x="0" y="0"/>
          <a:ext cx="0" cy="0"/>
          <a:chOff x="0" y="0"/>
          <a:chExt cx="0" cy="0"/>
        </a:xfrm>
      </p:grpSpPr>
      <p:sp>
        <p:nvSpPr>
          <p:cNvPr id="69634" name="Title 1">
            <a:extLst>
              <a:ext uri="{FF2B5EF4-FFF2-40B4-BE49-F238E27FC236}">
                <a16:creationId xmlns:a16="http://schemas.microsoft.com/office/drawing/2014/main" id="{2D4BBE48-CA1A-5D4E-9FD7-9A03CC0ACEB6}"/>
              </a:ext>
            </a:extLst>
          </p:cNvPr>
          <p:cNvSpPr>
            <a:spLocks noGrp="1"/>
          </p:cNvSpPr>
          <p:nvPr>
            <p:ph type="title"/>
          </p:nvPr>
        </p:nvSpPr>
        <p:spPr>
          <a:xfrm>
            <a:off x="1879600" y="0"/>
            <a:ext cx="8420100" cy="1016000"/>
          </a:xfrm>
        </p:spPr>
        <p:txBody>
          <a:bodyPr/>
          <a:lstStyle/>
          <a:p>
            <a:r>
              <a:rPr lang="en-US" altLang="en-US" b="1">
                <a:solidFill>
                  <a:srgbClr val="FFFF00"/>
                </a:solidFill>
              </a:rPr>
              <a:t>DID THE U. S. REALLY GO TO THE MOON?</a:t>
            </a:r>
          </a:p>
        </p:txBody>
      </p:sp>
      <p:pic>
        <p:nvPicPr>
          <p:cNvPr id="69635" name="Content Placeholder 4" descr="Apollo 12 LRO image.jpeg">
            <a:extLst>
              <a:ext uri="{FF2B5EF4-FFF2-40B4-BE49-F238E27FC236}">
                <a16:creationId xmlns:a16="http://schemas.microsoft.com/office/drawing/2014/main" id="{66839CA8-7146-3A43-A68F-9167731F0C59}"/>
              </a:ext>
            </a:extLst>
          </p:cNvPr>
          <p:cNvPicPr>
            <a:picLocks noGrp="1" noChangeAspect="1"/>
          </p:cNvPicPr>
          <p:nvPr>
            <p:ph idx="1"/>
          </p:nvPr>
        </p:nvPicPr>
        <p:blipFill>
          <a:blip r:embed="rId3" cstate="print">
            <a:extLst>
              <a:ext uri="{28A0092B-C50C-407E-A947-70E740481C1C}">
                <a14:useLocalDpi xmlns:a14="http://schemas.microsoft.com/office/drawing/2010/main"/>
              </a:ext>
            </a:extLst>
          </a:blip>
          <a:srcRect l="-20003" r="-20003"/>
          <a:stretch>
            <a:fillRect/>
          </a:stretch>
        </p:blipFill>
        <p:spPr>
          <a:xfrm>
            <a:off x="1524000" y="1090614"/>
            <a:ext cx="9144000" cy="5576887"/>
          </a:xfrm>
        </p:spPr>
      </p:pic>
      <p:sp>
        <p:nvSpPr>
          <p:cNvPr id="69636" name="TextBox 5">
            <a:extLst>
              <a:ext uri="{FF2B5EF4-FFF2-40B4-BE49-F238E27FC236}">
                <a16:creationId xmlns:a16="http://schemas.microsoft.com/office/drawing/2014/main" id="{5A5D9535-51A3-7041-B65D-3E9CACCF2FF9}"/>
              </a:ext>
            </a:extLst>
          </p:cNvPr>
          <p:cNvSpPr txBox="1">
            <a:spLocks noChangeArrowheads="1"/>
          </p:cNvSpPr>
          <p:nvPr/>
        </p:nvSpPr>
        <p:spPr bwMode="auto">
          <a:xfrm>
            <a:off x="9296400" y="6223001"/>
            <a:ext cx="11811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r>
              <a:rPr lang="en-US" altLang="en-US" sz="1200">
                <a:solidFill>
                  <a:schemeClr val="bg1"/>
                </a:solidFill>
              </a:rPr>
              <a:t>Apollo 12 as seen by LRO</a:t>
            </a:r>
          </a:p>
        </p:txBody>
      </p:sp>
    </p:spTree>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3366FF"/>
        </a:solidFill>
        <a:effectLst/>
      </p:bgPr>
    </p:bg>
    <p:spTree>
      <p:nvGrpSpPr>
        <p:cNvPr id="1" name=""/>
        <p:cNvGrpSpPr/>
        <p:nvPr/>
      </p:nvGrpSpPr>
      <p:grpSpPr>
        <a:xfrm>
          <a:off x="0" y="0"/>
          <a:ext cx="0" cy="0"/>
          <a:chOff x="0" y="0"/>
          <a:chExt cx="0" cy="0"/>
        </a:xfrm>
      </p:grpSpPr>
      <p:sp>
        <p:nvSpPr>
          <p:cNvPr id="71682" name="Rectangle 4">
            <a:extLst>
              <a:ext uri="{FF2B5EF4-FFF2-40B4-BE49-F238E27FC236}">
                <a16:creationId xmlns:a16="http://schemas.microsoft.com/office/drawing/2014/main" id="{0EA13EC3-F7F8-6442-96C0-472E0669B799}"/>
              </a:ext>
            </a:extLst>
          </p:cNvPr>
          <p:cNvSpPr>
            <a:spLocks noGrp="1" noChangeArrowheads="1"/>
          </p:cNvSpPr>
          <p:nvPr>
            <p:ph type="title"/>
          </p:nvPr>
        </p:nvSpPr>
        <p:spPr>
          <a:xfrm>
            <a:off x="2057400" y="142875"/>
            <a:ext cx="8077200" cy="801688"/>
          </a:xfrm>
        </p:spPr>
        <p:txBody>
          <a:bodyPr/>
          <a:lstStyle/>
          <a:p>
            <a:pPr eaLnBrk="1" hangingPunct="1"/>
            <a:r>
              <a:rPr lang="en-US" altLang="en-US">
                <a:solidFill>
                  <a:srgbClr val="FFFF00"/>
                </a:solidFill>
              </a:rPr>
              <a:t>WAS THE SPACE RACE REAL?</a:t>
            </a:r>
          </a:p>
        </p:txBody>
      </p:sp>
      <p:sp>
        <p:nvSpPr>
          <p:cNvPr id="78851" name="Rectangle 5">
            <a:extLst>
              <a:ext uri="{FF2B5EF4-FFF2-40B4-BE49-F238E27FC236}">
                <a16:creationId xmlns:a16="http://schemas.microsoft.com/office/drawing/2014/main" id="{4AD89BE8-929D-7343-AC65-B0E390F89513}"/>
              </a:ext>
            </a:extLst>
          </p:cNvPr>
          <p:cNvSpPr>
            <a:spLocks noGrp="1" noChangeArrowheads="1"/>
          </p:cNvSpPr>
          <p:nvPr>
            <p:ph type="body" sz="half" idx="1"/>
          </p:nvPr>
        </p:nvSpPr>
        <p:spPr>
          <a:xfrm>
            <a:off x="311285" y="1270000"/>
            <a:ext cx="5552941" cy="5334000"/>
          </a:xfrm>
        </p:spPr>
        <p:txBody>
          <a:bodyPr>
            <a:normAutofit lnSpcReduction="10000"/>
          </a:bodyPr>
          <a:lstStyle/>
          <a:p>
            <a:pPr eaLnBrk="1" hangingPunct="1">
              <a:spcBef>
                <a:spcPts val="600"/>
              </a:spcBef>
            </a:pPr>
            <a:r>
              <a:rPr lang="en-US" altLang="en-US" sz="2000" dirty="0">
                <a:solidFill>
                  <a:srgbClr val="FFFF00"/>
                </a:solidFill>
              </a:rPr>
              <a:t>At the time Kennedy made the decision to go to the Moon, the United States did not know whether the USSR had a lunar landing program</a:t>
            </a:r>
          </a:p>
          <a:p>
            <a:pPr eaLnBrk="1" hangingPunct="1">
              <a:spcBef>
                <a:spcPts val="600"/>
              </a:spcBef>
            </a:pPr>
            <a:r>
              <a:rPr lang="en-US" altLang="en-US" sz="2000" dirty="0">
                <a:solidFill>
                  <a:srgbClr val="FFFF00"/>
                </a:solidFill>
              </a:rPr>
              <a:t>In fact, such a program was not approved until 1964</a:t>
            </a:r>
          </a:p>
          <a:p>
            <a:pPr eaLnBrk="1" hangingPunct="1">
              <a:spcBef>
                <a:spcPts val="600"/>
              </a:spcBef>
            </a:pPr>
            <a:r>
              <a:rPr lang="en-US" altLang="en-US" sz="2000" dirty="0">
                <a:solidFill>
                  <a:srgbClr val="FFFF00"/>
                </a:solidFill>
              </a:rPr>
              <a:t>Soviet </a:t>
            </a:r>
            <a:r>
              <a:rPr lang="ja-JP" altLang="en-US" sz="2000">
                <a:solidFill>
                  <a:srgbClr val="FFFF00"/>
                </a:solidFill>
              </a:rPr>
              <a:t>“</a:t>
            </a:r>
            <a:r>
              <a:rPr lang="en-US" altLang="ja-JP" sz="2000" dirty="0">
                <a:solidFill>
                  <a:srgbClr val="FFFF00"/>
                </a:solidFill>
              </a:rPr>
              <a:t>chief designer</a:t>
            </a:r>
            <a:r>
              <a:rPr lang="ja-JP" altLang="en-US" sz="2000">
                <a:solidFill>
                  <a:srgbClr val="FFFF00"/>
                </a:solidFill>
              </a:rPr>
              <a:t>”</a:t>
            </a:r>
            <a:r>
              <a:rPr lang="en-US" altLang="ja-JP" sz="2000" dirty="0">
                <a:solidFill>
                  <a:srgbClr val="FFFF00"/>
                </a:solidFill>
              </a:rPr>
              <a:t> Sergei Korolev died in 1966</a:t>
            </a:r>
          </a:p>
          <a:p>
            <a:pPr eaLnBrk="1" hangingPunct="1">
              <a:spcBef>
                <a:spcPts val="600"/>
              </a:spcBef>
            </a:pPr>
            <a:r>
              <a:rPr lang="en-US" altLang="en-US" sz="2000" dirty="0">
                <a:solidFill>
                  <a:srgbClr val="FFFF00"/>
                </a:solidFill>
              </a:rPr>
              <a:t>There was a rival circumlunar robotic program that came close to success</a:t>
            </a:r>
          </a:p>
          <a:p>
            <a:pPr eaLnBrk="1" hangingPunct="1">
              <a:spcBef>
                <a:spcPts val="600"/>
              </a:spcBef>
            </a:pPr>
            <a:r>
              <a:rPr lang="en-US" altLang="en-US" sz="2000" dirty="0">
                <a:solidFill>
                  <a:srgbClr val="FFFF00"/>
                </a:solidFill>
              </a:rPr>
              <a:t>The USSR built a lunar lander and trained cosmonauts for a Moon mission, but the N-1 rocket was a failure</a:t>
            </a:r>
          </a:p>
          <a:p>
            <a:pPr eaLnBrk="1" hangingPunct="1">
              <a:spcBef>
                <a:spcPts val="600"/>
              </a:spcBef>
            </a:pPr>
            <a:r>
              <a:rPr lang="en-US" altLang="en-US" sz="2000" dirty="0">
                <a:solidFill>
                  <a:srgbClr val="FFFF00"/>
                </a:solidFill>
              </a:rPr>
              <a:t>Soviet lunar program canceled in 1974</a:t>
            </a:r>
          </a:p>
          <a:p>
            <a:pPr eaLnBrk="1" hangingPunct="1">
              <a:spcBef>
                <a:spcPts val="600"/>
              </a:spcBef>
            </a:pPr>
            <a:r>
              <a:rPr lang="en-US" altLang="en-US" sz="2000" dirty="0">
                <a:solidFill>
                  <a:srgbClr val="FFFF00"/>
                </a:solidFill>
              </a:rPr>
              <a:t>Lander photographed by U.S. scientists in Moscow, 1989</a:t>
            </a:r>
          </a:p>
        </p:txBody>
      </p:sp>
      <p:pic>
        <p:nvPicPr>
          <p:cNvPr id="71684" name="Picture 4" descr="40426_mai-13-500x750.jpeg">
            <a:extLst>
              <a:ext uri="{FF2B5EF4-FFF2-40B4-BE49-F238E27FC236}">
                <a16:creationId xmlns:a16="http://schemas.microsoft.com/office/drawing/2014/main" id="{3424FE26-22EC-D949-9502-22C471961208}"/>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bwMode="auto">
          <a:xfrm>
            <a:off x="6327776" y="2933701"/>
            <a:ext cx="2520950" cy="3781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6" name="TextBox 1">
            <a:extLst>
              <a:ext uri="{FF2B5EF4-FFF2-40B4-BE49-F238E27FC236}">
                <a16:creationId xmlns:a16="http://schemas.microsoft.com/office/drawing/2014/main" id="{664A77D3-4D50-3B4F-97B6-E7427FCC005B}"/>
              </a:ext>
            </a:extLst>
          </p:cNvPr>
          <p:cNvSpPr txBox="1">
            <a:spLocks noChangeArrowheads="1"/>
          </p:cNvSpPr>
          <p:nvPr/>
        </p:nvSpPr>
        <p:spPr bwMode="auto">
          <a:xfrm>
            <a:off x="6405799" y="1445910"/>
            <a:ext cx="252095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pPr>
              <a:buFont typeface="Arial" panose="020B0604020202020204" pitchFamily="34" charset="0"/>
              <a:buChar char="•"/>
            </a:pPr>
            <a:r>
              <a:rPr lang="en-US" altLang="en-US" sz="1600" dirty="0">
                <a:solidFill>
                  <a:srgbClr val="FFFF00"/>
                </a:solidFill>
              </a:rPr>
              <a:t>N-1 failed in found launch attempts</a:t>
            </a:r>
          </a:p>
          <a:p>
            <a:pPr>
              <a:buFont typeface="Arial" panose="020B0604020202020204" pitchFamily="34" charset="0"/>
              <a:buChar char="•"/>
            </a:pPr>
            <a:r>
              <a:rPr lang="en-US" altLang="en-US" sz="1600" dirty="0">
                <a:solidFill>
                  <a:srgbClr val="FFFF00"/>
                </a:solidFill>
              </a:rPr>
              <a:t>LK test flown in Earth orbit four times</a:t>
            </a:r>
          </a:p>
        </p:txBody>
      </p:sp>
      <p:pic>
        <p:nvPicPr>
          <p:cNvPr id="7" name="Picture 6">
            <a:extLst>
              <a:ext uri="{FF2B5EF4-FFF2-40B4-BE49-F238E27FC236}">
                <a16:creationId xmlns:a16="http://schemas.microsoft.com/office/drawing/2014/main" id="{AA5E93F3-B893-B64D-B076-3D367EEAC09E}"/>
              </a:ext>
            </a:extLst>
          </p:cNvPr>
          <p:cNvPicPr>
            <a:picLocks noChangeAspect="1"/>
          </p:cNvPicPr>
          <p:nvPr/>
        </p:nvPicPr>
        <p:blipFill>
          <a:blip r:embed="rId4"/>
          <a:stretch>
            <a:fillRect/>
          </a:stretch>
        </p:blipFill>
        <p:spPr>
          <a:xfrm>
            <a:off x="9013017" y="1103125"/>
            <a:ext cx="2867698" cy="3786376"/>
          </a:xfrm>
          <a:prstGeom prst="rect">
            <a:avLst/>
          </a:prstGeom>
        </p:spPr>
      </p:pic>
      <p:sp>
        <p:nvSpPr>
          <p:cNvPr id="8" name="TextBox 7">
            <a:extLst>
              <a:ext uri="{FF2B5EF4-FFF2-40B4-BE49-F238E27FC236}">
                <a16:creationId xmlns:a16="http://schemas.microsoft.com/office/drawing/2014/main" id="{9DEA07F8-C2DC-694F-A448-8D6E0E8C22EC}"/>
              </a:ext>
            </a:extLst>
          </p:cNvPr>
          <p:cNvSpPr txBox="1"/>
          <p:nvPr/>
        </p:nvSpPr>
        <p:spPr>
          <a:xfrm>
            <a:off x="9529281" y="4925508"/>
            <a:ext cx="2136044" cy="338554"/>
          </a:xfrm>
          <a:prstGeom prst="rect">
            <a:avLst/>
          </a:prstGeom>
          <a:noFill/>
        </p:spPr>
        <p:txBody>
          <a:bodyPr wrap="square" rtlCol="0">
            <a:spAutoFit/>
          </a:bodyPr>
          <a:lstStyle/>
          <a:p>
            <a:r>
              <a:rPr lang="en-US" sz="1600" dirty="0">
                <a:solidFill>
                  <a:srgbClr val="FFFF00"/>
                </a:solidFill>
              </a:rPr>
              <a:t>Corona Image 1968</a:t>
            </a:r>
          </a:p>
        </p:txBody>
      </p:sp>
    </p:spTree>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Slide Number Placeholder 2">
            <a:extLst>
              <a:ext uri="{FF2B5EF4-FFF2-40B4-BE49-F238E27FC236}">
                <a16:creationId xmlns:a16="http://schemas.microsoft.com/office/drawing/2014/main" id="{3AF2D4AB-D553-E646-83BC-1263DEC166A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C474B9C0-14A9-ED41-B103-D0725643E910}" type="slidenum">
              <a:rPr lang="en-US" altLang="en-US" sz="1000" b="0">
                <a:solidFill>
                  <a:schemeClr val="bg1"/>
                </a:solidFill>
              </a:rPr>
              <a:pPr/>
              <a:t>34</a:t>
            </a:fld>
            <a:endParaRPr lang="en-US" altLang="en-US" sz="1000" b="0">
              <a:solidFill>
                <a:schemeClr val="bg1"/>
              </a:solidFill>
            </a:endParaRPr>
          </a:p>
        </p:txBody>
      </p:sp>
      <p:pic>
        <p:nvPicPr>
          <p:cNvPr id="73730" name="Picture 2">
            <a:extLst>
              <a:ext uri="{FF2B5EF4-FFF2-40B4-BE49-F238E27FC236}">
                <a16:creationId xmlns:a16="http://schemas.microsoft.com/office/drawing/2014/main" id="{6BC8E060-35C5-E043-8DDC-61E7FA894B64}"/>
              </a:ext>
            </a:extLst>
          </p:cNvPr>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152400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731" name="Picture 3">
            <a:extLst>
              <a:ext uri="{FF2B5EF4-FFF2-40B4-BE49-F238E27FC236}">
                <a16:creationId xmlns:a16="http://schemas.microsoft.com/office/drawing/2014/main" id="{43BCB11F-1CE8-3042-A02B-1771A6F06618}"/>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1905000" y="838200"/>
            <a:ext cx="3886200" cy="233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732" name="Picture 4">
            <a:extLst>
              <a:ext uri="{FF2B5EF4-FFF2-40B4-BE49-F238E27FC236}">
                <a16:creationId xmlns:a16="http://schemas.microsoft.com/office/drawing/2014/main" id="{0973D7CE-4537-8F43-BB89-C30726B75C6F}"/>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6248400" y="3048000"/>
            <a:ext cx="4032250" cy="236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25981010"/>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0BBC0A3-6F11-F747-AE27-F423578149F5}"/>
              </a:ext>
            </a:extLst>
          </p:cNvPr>
          <p:cNvSpPr>
            <a:spLocks noGrp="1"/>
          </p:cNvSpPr>
          <p:nvPr>
            <p:ph type="sldNum" sz="quarter" idx="11"/>
          </p:nvPr>
        </p:nvSpPr>
        <p:spPr/>
        <p:txBody>
          <a:bodyPr/>
          <a:lstStyle/>
          <a:p>
            <a:fld id="{3990D989-9566-A644-BE1A-69008BEE87C4}" type="slidenum">
              <a:rPr lang="en-US" altLang="en-US" smtClean="0"/>
              <a:pPr/>
              <a:t>35</a:t>
            </a:fld>
            <a:endParaRPr lang="en-US" altLang="en-US"/>
          </a:p>
        </p:txBody>
      </p:sp>
      <p:pic>
        <p:nvPicPr>
          <p:cNvPr id="4" name="Picture 3">
            <a:extLst>
              <a:ext uri="{FF2B5EF4-FFF2-40B4-BE49-F238E27FC236}">
                <a16:creationId xmlns:a16="http://schemas.microsoft.com/office/drawing/2014/main" id="{40474BAE-88DE-6641-8308-5F41B12E29A5}"/>
              </a:ext>
            </a:extLst>
          </p:cNvPr>
          <p:cNvPicPr>
            <a:picLocks noChangeAspect="1"/>
          </p:cNvPicPr>
          <p:nvPr/>
        </p:nvPicPr>
        <p:blipFill>
          <a:blip r:embed="rId2"/>
          <a:stretch>
            <a:fillRect/>
          </a:stretch>
        </p:blipFill>
        <p:spPr>
          <a:xfrm>
            <a:off x="1595774" y="0"/>
            <a:ext cx="9000452" cy="6858000"/>
          </a:xfrm>
          <a:prstGeom prst="rect">
            <a:avLst/>
          </a:prstGeom>
        </p:spPr>
      </p:pic>
    </p:spTree>
    <p:extLst>
      <p:ext uri="{BB962C8B-B14F-4D97-AF65-F5344CB8AC3E}">
        <p14:creationId xmlns:p14="http://schemas.microsoft.com/office/powerpoint/2010/main" val="1428273296"/>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1DE6F92-744B-1343-95FC-4D124FB186B5}"/>
              </a:ext>
            </a:extLst>
          </p:cNvPr>
          <p:cNvSpPr>
            <a:spLocks noGrp="1"/>
          </p:cNvSpPr>
          <p:nvPr>
            <p:ph type="sldNum" sz="quarter" idx="11"/>
          </p:nvPr>
        </p:nvSpPr>
        <p:spPr/>
        <p:txBody>
          <a:bodyPr/>
          <a:lstStyle/>
          <a:p>
            <a:fld id="{3990D989-9566-A644-BE1A-69008BEE87C4}" type="slidenum">
              <a:rPr lang="en-US" altLang="en-US" smtClean="0"/>
              <a:pPr/>
              <a:t>36</a:t>
            </a:fld>
            <a:endParaRPr lang="en-US" altLang="en-US"/>
          </a:p>
        </p:txBody>
      </p:sp>
      <p:pic>
        <p:nvPicPr>
          <p:cNvPr id="4" name="Picture 3">
            <a:extLst>
              <a:ext uri="{FF2B5EF4-FFF2-40B4-BE49-F238E27FC236}">
                <a16:creationId xmlns:a16="http://schemas.microsoft.com/office/drawing/2014/main" id="{AA702210-0FF5-0D4E-A965-0645A74AA7CC}"/>
              </a:ext>
            </a:extLst>
          </p:cNvPr>
          <p:cNvPicPr>
            <a:picLocks noChangeAspect="1"/>
          </p:cNvPicPr>
          <p:nvPr/>
        </p:nvPicPr>
        <p:blipFill>
          <a:blip r:embed="rId2"/>
          <a:stretch>
            <a:fillRect/>
          </a:stretch>
        </p:blipFill>
        <p:spPr>
          <a:xfrm>
            <a:off x="1625212" y="9728"/>
            <a:ext cx="8941576" cy="6858000"/>
          </a:xfrm>
          <a:prstGeom prst="rect">
            <a:avLst/>
          </a:prstGeom>
        </p:spPr>
      </p:pic>
    </p:spTree>
    <p:extLst>
      <p:ext uri="{BB962C8B-B14F-4D97-AF65-F5344CB8AC3E}">
        <p14:creationId xmlns:p14="http://schemas.microsoft.com/office/powerpoint/2010/main" val="2226081018"/>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BFAEF73B-BB3B-1942-ABD1-6BD5A20107C4}"/>
              </a:ext>
            </a:extLst>
          </p:cNvPr>
          <p:cNvSpPr>
            <a:spLocks noGrp="1" noChangeArrowheads="1"/>
          </p:cNvSpPr>
          <p:nvPr>
            <p:ph type="title"/>
          </p:nvPr>
        </p:nvSpPr>
        <p:spPr>
          <a:xfrm>
            <a:off x="1000636" y="214433"/>
            <a:ext cx="10190728" cy="801688"/>
          </a:xfrm>
        </p:spPr>
        <p:txBody>
          <a:bodyPr/>
          <a:lstStyle/>
          <a:p>
            <a:pPr algn="ctr" eaLnBrk="1" hangingPunct="1"/>
            <a:r>
              <a:rPr lang="en-US" altLang="en-US" dirty="0"/>
              <a:t>Apollo-Soyuz in the Air and Space Museum</a:t>
            </a:r>
          </a:p>
        </p:txBody>
      </p:sp>
      <p:sp>
        <p:nvSpPr>
          <p:cNvPr id="57346" name="Slide Number Placeholder 4">
            <a:extLst>
              <a:ext uri="{FF2B5EF4-FFF2-40B4-BE49-F238E27FC236}">
                <a16:creationId xmlns:a16="http://schemas.microsoft.com/office/drawing/2014/main" id="{59AC5998-E994-1D4D-84D3-B2221282317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C5E76F61-16A8-7B41-9758-507055712849}" type="slidenum">
              <a:rPr lang="en-US" altLang="en-US" sz="1000" b="0">
                <a:solidFill>
                  <a:schemeClr val="bg1"/>
                </a:solidFill>
              </a:rPr>
              <a:pPr/>
              <a:t>37</a:t>
            </a:fld>
            <a:endParaRPr lang="en-US" altLang="en-US" sz="1000" b="0">
              <a:solidFill>
                <a:schemeClr val="bg1"/>
              </a:solidFill>
            </a:endParaRPr>
          </a:p>
        </p:txBody>
      </p:sp>
      <p:pic>
        <p:nvPicPr>
          <p:cNvPr id="57347" name="Picture 2" descr="Apollo-soyuz.jpg">
            <a:extLst>
              <a:ext uri="{FF2B5EF4-FFF2-40B4-BE49-F238E27FC236}">
                <a16:creationId xmlns:a16="http://schemas.microsoft.com/office/drawing/2014/main" id="{8F7DF482-2BDD-5D4C-B630-5B0741EE3443}"/>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bwMode="auto">
          <a:xfrm>
            <a:off x="1594338" y="1016121"/>
            <a:ext cx="9144000" cy="220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48" name="Picture 5" descr="Portrait_of_ASTP_crews_-_restoration.jpg">
            <a:extLst>
              <a:ext uri="{FF2B5EF4-FFF2-40B4-BE49-F238E27FC236}">
                <a16:creationId xmlns:a16="http://schemas.microsoft.com/office/drawing/2014/main" id="{F1C53E9E-99EF-2E4C-9371-226F4184137D}"/>
              </a:ext>
            </a:extLst>
          </p:cNvPr>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bwMode="auto">
          <a:xfrm>
            <a:off x="6749945" y="3305211"/>
            <a:ext cx="4098925" cy="327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01075AF9-A659-C849-06A2-62888E760F62}"/>
              </a:ext>
            </a:extLst>
          </p:cNvPr>
          <p:cNvPicPr>
            <a:picLocks noChangeAspect="1"/>
          </p:cNvPicPr>
          <p:nvPr/>
        </p:nvPicPr>
        <p:blipFill>
          <a:blip r:embed="rId5"/>
          <a:stretch>
            <a:fillRect/>
          </a:stretch>
        </p:blipFill>
        <p:spPr>
          <a:xfrm>
            <a:off x="710552" y="3305211"/>
            <a:ext cx="5963228" cy="3279775"/>
          </a:xfrm>
          <a:prstGeom prst="rect">
            <a:avLst/>
          </a:prstGeom>
        </p:spPr>
      </p:pic>
    </p:spTree>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3366FF"/>
        </a:solidFill>
        <a:effectLst/>
      </p:bgPr>
    </p:bg>
    <p:spTree>
      <p:nvGrpSpPr>
        <p:cNvPr id="1" name=""/>
        <p:cNvGrpSpPr/>
        <p:nvPr/>
      </p:nvGrpSpPr>
      <p:grpSpPr>
        <a:xfrm>
          <a:off x="0" y="0"/>
          <a:ext cx="0" cy="0"/>
          <a:chOff x="0" y="0"/>
          <a:chExt cx="0" cy="0"/>
        </a:xfrm>
      </p:grpSpPr>
      <p:sp>
        <p:nvSpPr>
          <p:cNvPr id="59393" name="Slide Number Placeholder 4">
            <a:extLst>
              <a:ext uri="{FF2B5EF4-FFF2-40B4-BE49-F238E27FC236}">
                <a16:creationId xmlns:a16="http://schemas.microsoft.com/office/drawing/2014/main" id="{CA8846B4-2C8C-DE4D-9FF1-4DBDF252864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4DBFC189-69A9-0243-A2E9-5F8913C5E307}" type="slidenum">
              <a:rPr lang="en-US" altLang="en-US" sz="1000" b="0">
                <a:solidFill>
                  <a:schemeClr val="bg1"/>
                </a:solidFill>
              </a:rPr>
              <a:pPr/>
              <a:t>38</a:t>
            </a:fld>
            <a:endParaRPr lang="en-US" altLang="en-US" sz="1000" b="0">
              <a:solidFill>
                <a:schemeClr val="bg1"/>
              </a:solidFill>
            </a:endParaRPr>
          </a:p>
        </p:txBody>
      </p:sp>
      <p:sp>
        <p:nvSpPr>
          <p:cNvPr id="59394" name="Rectangle 2">
            <a:extLst>
              <a:ext uri="{FF2B5EF4-FFF2-40B4-BE49-F238E27FC236}">
                <a16:creationId xmlns:a16="http://schemas.microsoft.com/office/drawing/2014/main" id="{E1257797-DFBD-B64A-A83A-F709A6341094}"/>
              </a:ext>
            </a:extLst>
          </p:cNvPr>
          <p:cNvSpPr>
            <a:spLocks noGrp="1" noChangeArrowheads="1"/>
          </p:cNvSpPr>
          <p:nvPr>
            <p:ph type="title"/>
          </p:nvPr>
        </p:nvSpPr>
        <p:spPr/>
        <p:txBody>
          <a:bodyPr/>
          <a:lstStyle/>
          <a:p>
            <a:pPr eaLnBrk="1" hangingPunct="1"/>
            <a:r>
              <a:rPr lang="en-US" altLang="en-US" dirty="0">
                <a:solidFill>
                  <a:srgbClr val="FFFF00"/>
                </a:solidFill>
              </a:rPr>
              <a:t>A Sense of Scale</a:t>
            </a:r>
          </a:p>
        </p:txBody>
      </p:sp>
      <p:pic>
        <p:nvPicPr>
          <p:cNvPr id="59395" name="Picture 4">
            <a:extLst>
              <a:ext uri="{FF2B5EF4-FFF2-40B4-BE49-F238E27FC236}">
                <a16:creationId xmlns:a16="http://schemas.microsoft.com/office/drawing/2014/main" id="{09B6C28E-1939-F141-A410-095258C61AB5}"/>
              </a:ext>
            </a:extLst>
          </p:cNvPr>
          <p:cNvPicPr>
            <a:picLocks noGrp="1" noChangeAspect="1" noChangeArrowheads="1"/>
          </p:cNvPicPr>
          <p:nvPr>
            <p:ph idx="1"/>
          </p:nvPr>
        </p:nvPicPr>
        <p:blipFill>
          <a:blip r:embed="rId3">
            <a:extLst>
              <a:ext uri="{28A0092B-C50C-407E-A947-70E740481C1C}">
                <a14:useLocalDpi xmlns:a14="http://schemas.microsoft.com/office/drawing/2010/main"/>
              </a:ext>
            </a:extLst>
          </a:blip>
          <a:srcRect/>
          <a:stretch>
            <a:fillRect/>
          </a:stretch>
        </p:blipFill>
        <p:spPr>
          <a:xfrm>
            <a:off x="2837613" y="944563"/>
            <a:ext cx="6516451" cy="5770562"/>
          </a:xfrm>
        </p:spPr>
      </p:pic>
    </p:spTree>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227B38B-A2FB-6F49-B3F2-401F45981415}"/>
              </a:ext>
            </a:extLst>
          </p:cNvPr>
          <p:cNvSpPr>
            <a:spLocks noGrp="1"/>
          </p:cNvSpPr>
          <p:nvPr>
            <p:ph type="sldNum" sz="quarter" idx="11"/>
          </p:nvPr>
        </p:nvSpPr>
        <p:spPr/>
        <p:txBody>
          <a:bodyPr/>
          <a:lstStyle/>
          <a:p>
            <a:fld id="{BFDA07E7-4AC4-2742-93B7-1F201CD5F2EC}" type="slidenum">
              <a:rPr lang="en-US" altLang="en-US" smtClean="0"/>
              <a:pPr/>
              <a:t>39</a:t>
            </a:fld>
            <a:endParaRPr lang="en-US" altLang="en-US"/>
          </a:p>
        </p:txBody>
      </p:sp>
      <p:pic>
        <p:nvPicPr>
          <p:cNvPr id="5" name="Picture 4">
            <a:extLst>
              <a:ext uri="{FF2B5EF4-FFF2-40B4-BE49-F238E27FC236}">
                <a16:creationId xmlns:a16="http://schemas.microsoft.com/office/drawing/2014/main" id="{624671D1-B4F8-6446-AE43-32E1D2944D64}"/>
              </a:ext>
            </a:extLst>
          </p:cNvPr>
          <p:cNvPicPr>
            <a:picLocks noChangeAspect="1"/>
          </p:cNvPicPr>
          <p:nvPr/>
        </p:nvPicPr>
        <p:blipFill>
          <a:blip r:embed="rId2"/>
          <a:stretch>
            <a:fillRect/>
          </a:stretch>
        </p:blipFill>
        <p:spPr>
          <a:xfrm>
            <a:off x="1222294" y="0"/>
            <a:ext cx="9747411" cy="6858000"/>
          </a:xfrm>
          <a:prstGeom prst="rect">
            <a:avLst/>
          </a:prstGeom>
        </p:spPr>
      </p:pic>
    </p:spTree>
    <p:extLst>
      <p:ext uri="{BB962C8B-B14F-4D97-AF65-F5344CB8AC3E}">
        <p14:creationId xmlns:p14="http://schemas.microsoft.com/office/powerpoint/2010/main" val="975837427"/>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CE8889D-A831-A044-B749-D50151BA3962}"/>
              </a:ext>
            </a:extLst>
          </p:cNvPr>
          <p:cNvSpPr>
            <a:spLocks noGrp="1"/>
          </p:cNvSpPr>
          <p:nvPr>
            <p:ph type="sldNum" sz="quarter" idx="11"/>
          </p:nvPr>
        </p:nvSpPr>
        <p:spPr/>
        <p:txBody>
          <a:bodyPr/>
          <a:lstStyle/>
          <a:p>
            <a:fld id="{BFDA07E7-4AC4-2742-93B7-1F201CD5F2EC}" type="slidenum">
              <a:rPr lang="en-US" altLang="en-US" smtClean="0"/>
              <a:pPr/>
              <a:t>40</a:t>
            </a:fld>
            <a:endParaRPr lang="en-US" altLang="en-US"/>
          </a:p>
        </p:txBody>
      </p:sp>
      <p:pic>
        <p:nvPicPr>
          <p:cNvPr id="5" name="Picture 4">
            <a:extLst>
              <a:ext uri="{FF2B5EF4-FFF2-40B4-BE49-F238E27FC236}">
                <a16:creationId xmlns:a16="http://schemas.microsoft.com/office/drawing/2014/main" id="{B192A50A-3B33-6644-A3EC-C7C3AD36B24A}"/>
              </a:ext>
            </a:extLst>
          </p:cNvPr>
          <p:cNvPicPr>
            <a:picLocks noChangeAspect="1"/>
          </p:cNvPicPr>
          <p:nvPr/>
        </p:nvPicPr>
        <p:blipFill>
          <a:blip r:embed="rId2"/>
          <a:stretch>
            <a:fillRect/>
          </a:stretch>
        </p:blipFill>
        <p:spPr>
          <a:xfrm>
            <a:off x="1451658" y="0"/>
            <a:ext cx="9288684" cy="6858000"/>
          </a:xfrm>
          <a:prstGeom prst="rect">
            <a:avLst/>
          </a:prstGeom>
        </p:spPr>
      </p:pic>
    </p:spTree>
    <p:extLst>
      <p:ext uri="{BB962C8B-B14F-4D97-AF65-F5344CB8AC3E}">
        <p14:creationId xmlns:p14="http://schemas.microsoft.com/office/powerpoint/2010/main" val="3278289463"/>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4765E0-6278-CB44-A41C-DDBF9162AA3E}"/>
              </a:ext>
            </a:extLst>
          </p:cNvPr>
          <p:cNvSpPr>
            <a:spLocks noGrp="1"/>
          </p:cNvSpPr>
          <p:nvPr>
            <p:ph idx="1"/>
          </p:nvPr>
        </p:nvSpPr>
        <p:spPr>
          <a:xfrm>
            <a:off x="1404895" y="2354353"/>
            <a:ext cx="9382209" cy="779265"/>
          </a:xfrm>
        </p:spPr>
        <p:txBody>
          <a:bodyPr/>
          <a:lstStyle/>
          <a:p>
            <a:pPr marL="0" indent="0" algn="ctr">
              <a:buNone/>
            </a:pPr>
            <a:r>
              <a:rPr lang="en-US" dirty="0"/>
              <a:t>Backups</a:t>
            </a:r>
          </a:p>
        </p:txBody>
      </p:sp>
      <p:sp>
        <p:nvSpPr>
          <p:cNvPr id="4" name="Slide Number Placeholder 3">
            <a:extLst>
              <a:ext uri="{FF2B5EF4-FFF2-40B4-BE49-F238E27FC236}">
                <a16:creationId xmlns:a16="http://schemas.microsoft.com/office/drawing/2014/main" id="{1C89201D-763A-9641-81A2-E658D5B0CCAA}"/>
              </a:ext>
            </a:extLst>
          </p:cNvPr>
          <p:cNvSpPr>
            <a:spLocks noGrp="1"/>
          </p:cNvSpPr>
          <p:nvPr>
            <p:ph type="sldNum" sz="quarter" idx="11"/>
          </p:nvPr>
        </p:nvSpPr>
        <p:spPr/>
        <p:txBody>
          <a:bodyPr/>
          <a:lstStyle/>
          <a:p>
            <a:fld id="{D32372A0-25C2-1443-BE5B-7B5424CDC0D7}" type="slidenum">
              <a:rPr lang="en-US" altLang="en-US" smtClean="0"/>
              <a:pPr/>
              <a:t>41</a:t>
            </a:fld>
            <a:endParaRPr lang="en-US" altLang="en-US"/>
          </a:p>
        </p:txBody>
      </p:sp>
    </p:spTree>
    <p:extLst>
      <p:ext uri="{BB962C8B-B14F-4D97-AF65-F5344CB8AC3E}">
        <p14:creationId xmlns:p14="http://schemas.microsoft.com/office/powerpoint/2010/main" val="4246428461"/>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7D83491-9421-034B-B0C4-5246389AD639}"/>
              </a:ext>
            </a:extLst>
          </p:cNvPr>
          <p:cNvSpPr>
            <a:spLocks noGrp="1"/>
          </p:cNvSpPr>
          <p:nvPr>
            <p:ph type="sldNum" sz="quarter" idx="11"/>
          </p:nvPr>
        </p:nvSpPr>
        <p:spPr/>
        <p:txBody>
          <a:bodyPr/>
          <a:lstStyle/>
          <a:p>
            <a:fld id="{3990D989-9566-A644-BE1A-69008BEE87C4}" type="slidenum">
              <a:rPr lang="en-US" altLang="en-US" smtClean="0"/>
              <a:pPr/>
              <a:t>42</a:t>
            </a:fld>
            <a:endParaRPr lang="en-US" altLang="en-US"/>
          </a:p>
        </p:txBody>
      </p:sp>
      <p:pic>
        <p:nvPicPr>
          <p:cNvPr id="4" name="Picture 3">
            <a:extLst>
              <a:ext uri="{FF2B5EF4-FFF2-40B4-BE49-F238E27FC236}">
                <a16:creationId xmlns:a16="http://schemas.microsoft.com/office/drawing/2014/main" id="{660DCEC7-DE66-F349-B659-54CCA3F1616A}"/>
              </a:ext>
            </a:extLst>
          </p:cNvPr>
          <p:cNvPicPr>
            <a:picLocks noChangeAspect="1"/>
          </p:cNvPicPr>
          <p:nvPr/>
        </p:nvPicPr>
        <p:blipFill>
          <a:blip r:embed="rId2"/>
          <a:stretch>
            <a:fillRect/>
          </a:stretch>
        </p:blipFill>
        <p:spPr>
          <a:xfrm>
            <a:off x="1496623" y="0"/>
            <a:ext cx="9198754" cy="6858000"/>
          </a:xfrm>
          <a:prstGeom prst="rect">
            <a:avLst/>
          </a:prstGeom>
        </p:spPr>
      </p:pic>
    </p:spTree>
    <p:extLst>
      <p:ext uri="{BB962C8B-B14F-4D97-AF65-F5344CB8AC3E}">
        <p14:creationId xmlns:p14="http://schemas.microsoft.com/office/powerpoint/2010/main" val="1841663092"/>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3366FF"/>
        </a:solidFill>
        <a:effectLst/>
      </p:bgPr>
    </p:bg>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F1BEC998-522E-E548-B5D0-101A2D7D44C4}"/>
              </a:ext>
            </a:extLst>
          </p:cNvPr>
          <p:cNvSpPr>
            <a:spLocks noGrp="1" noChangeArrowheads="1"/>
          </p:cNvSpPr>
          <p:nvPr>
            <p:ph type="title"/>
          </p:nvPr>
        </p:nvSpPr>
        <p:spPr>
          <a:xfrm>
            <a:off x="1240366" y="146961"/>
            <a:ext cx="9711267" cy="801688"/>
          </a:xfrm>
        </p:spPr>
        <p:txBody>
          <a:bodyPr/>
          <a:lstStyle/>
          <a:p>
            <a:pPr eaLnBrk="1" hangingPunct="1"/>
            <a:r>
              <a:rPr lang="en-US" altLang="en-US" b="1" dirty="0">
                <a:solidFill>
                  <a:srgbClr val="FFFF00"/>
                </a:solidFill>
              </a:rPr>
              <a:t>IMPACTS OF APOLLO?</a:t>
            </a:r>
          </a:p>
        </p:txBody>
      </p:sp>
      <p:sp>
        <p:nvSpPr>
          <p:cNvPr id="77827" name="Rectangle 3">
            <a:extLst>
              <a:ext uri="{FF2B5EF4-FFF2-40B4-BE49-F238E27FC236}">
                <a16:creationId xmlns:a16="http://schemas.microsoft.com/office/drawing/2014/main" id="{E7DF92A9-55C4-F54E-B846-CBC4BE210990}"/>
              </a:ext>
            </a:extLst>
          </p:cNvPr>
          <p:cNvSpPr>
            <a:spLocks noGrp="1" noChangeArrowheads="1"/>
          </p:cNvSpPr>
          <p:nvPr>
            <p:ph type="body" idx="1"/>
          </p:nvPr>
        </p:nvSpPr>
        <p:spPr>
          <a:xfrm>
            <a:off x="1001724" y="1708826"/>
            <a:ext cx="10311319" cy="4200525"/>
          </a:xfrm>
        </p:spPr>
        <p:txBody>
          <a:bodyPr/>
          <a:lstStyle/>
          <a:p>
            <a:pPr eaLnBrk="1" hangingPunct="1"/>
            <a:r>
              <a:rPr lang="en-US" altLang="en-US" dirty="0">
                <a:solidFill>
                  <a:srgbClr val="FFFF00"/>
                </a:solidFill>
              </a:rPr>
              <a:t>In terms of goals set by JFK?</a:t>
            </a:r>
          </a:p>
          <a:p>
            <a:pPr eaLnBrk="1" hangingPunct="1"/>
            <a:r>
              <a:rPr lang="en-US" altLang="en-US" dirty="0">
                <a:solidFill>
                  <a:srgbClr val="FFFF00"/>
                </a:solidFill>
              </a:rPr>
              <a:t>In terms of impact on post-Apollo space development?</a:t>
            </a:r>
          </a:p>
          <a:p>
            <a:pPr eaLnBrk="1" hangingPunct="1"/>
            <a:r>
              <a:rPr lang="en-US" altLang="en-US" dirty="0">
                <a:solidFill>
                  <a:srgbClr val="FFFF00"/>
                </a:solidFill>
              </a:rPr>
              <a:t>In terms of economic and technological impact?</a:t>
            </a:r>
          </a:p>
          <a:p>
            <a:pPr eaLnBrk="1" hangingPunct="1"/>
            <a:r>
              <a:rPr lang="en-US" altLang="en-US" dirty="0">
                <a:solidFill>
                  <a:srgbClr val="FFFF00"/>
                </a:solidFill>
              </a:rPr>
              <a:t>In terms of human history</a:t>
            </a:r>
          </a:p>
          <a:p>
            <a:pPr eaLnBrk="1" hangingPunct="1">
              <a:buFontTx/>
              <a:buNone/>
            </a:pPr>
            <a:r>
              <a:rPr lang="en-US" altLang="en-US" dirty="0"/>
              <a:t>	</a:t>
            </a:r>
            <a:r>
              <a:rPr lang="ja-JP" altLang="en-US">
                <a:solidFill>
                  <a:srgbClr val="FFFF00"/>
                </a:solidFill>
              </a:rPr>
              <a:t>“</a:t>
            </a:r>
            <a:r>
              <a:rPr lang="en-US" altLang="ja-JP" dirty="0">
                <a:solidFill>
                  <a:srgbClr val="FFFF00"/>
                </a:solidFill>
              </a:rPr>
              <a:t>The politics of the moment had become linked to the dreams of centuries</a:t>
            </a:r>
            <a:r>
              <a:rPr lang="ja-JP" altLang="en-US">
                <a:solidFill>
                  <a:srgbClr val="FFFF00"/>
                </a:solidFill>
              </a:rPr>
              <a:t>”</a:t>
            </a:r>
            <a:endParaRPr lang="en-US" altLang="ja-JP" dirty="0">
              <a:solidFill>
                <a:srgbClr val="FFFF00"/>
              </a:solidFill>
            </a:endParaRPr>
          </a:p>
        </p:txBody>
      </p:sp>
    </p:spTree>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3366FF"/>
        </a:solidFill>
        <a:effectLst/>
      </p:bgPr>
    </p:bg>
    <p:spTree>
      <p:nvGrpSpPr>
        <p:cNvPr id="1" name=""/>
        <p:cNvGrpSpPr/>
        <p:nvPr/>
      </p:nvGrpSpPr>
      <p:grpSpPr>
        <a:xfrm>
          <a:off x="0" y="0"/>
          <a:ext cx="0" cy="0"/>
          <a:chOff x="0" y="0"/>
          <a:chExt cx="0" cy="0"/>
        </a:xfrm>
      </p:grpSpPr>
      <p:sp>
        <p:nvSpPr>
          <p:cNvPr id="79873" name="Slide Number Placeholder 4">
            <a:extLst>
              <a:ext uri="{FF2B5EF4-FFF2-40B4-BE49-F238E27FC236}">
                <a16:creationId xmlns:a16="http://schemas.microsoft.com/office/drawing/2014/main" id="{483A7CB1-A88B-8648-B6BE-8F2239F546A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801DFCDA-A201-0F49-B60E-F48EBB0A0F2C}" type="slidenum">
              <a:rPr lang="en-US" altLang="en-US" sz="1000" b="0">
                <a:solidFill>
                  <a:schemeClr val="bg1"/>
                </a:solidFill>
              </a:rPr>
              <a:pPr/>
              <a:t>44</a:t>
            </a:fld>
            <a:endParaRPr lang="en-US" altLang="en-US" sz="1000" b="0">
              <a:solidFill>
                <a:schemeClr val="bg1"/>
              </a:solidFill>
            </a:endParaRPr>
          </a:p>
        </p:txBody>
      </p:sp>
      <p:sp>
        <p:nvSpPr>
          <p:cNvPr id="79874" name="Rectangle 2">
            <a:extLst>
              <a:ext uri="{FF2B5EF4-FFF2-40B4-BE49-F238E27FC236}">
                <a16:creationId xmlns:a16="http://schemas.microsoft.com/office/drawing/2014/main" id="{80C0A960-ABB4-1249-BD22-4E10CDAE0FE3}"/>
              </a:ext>
            </a:extLst>
          </p:cNvPr>
          <p:cNvSpPr>
            <a:spLocks noGrp="1" noChangeArrowheads="1"/>
          </p:cNvSpPr>
          <p:nvPr>
            <p:ph type="title"/>
          </p:nvPr>
        </p:nvSpPr>
        <p:spPr>
          <a:xfrm>
            <a:off x="982561" y="210968"/>
            <a:ext cx="10226878" cy="801688"/>
          </a:xfrm>
        </p:spPr>
        <p:txBody>
          <a:bodyPr/>
          <a:lstStyle/>
          <a:p>
            <a:pPr algn="ctr" eaLnBrk="1" hangingPunct="1"/>
            <a:r>
              <a:rPr lang="en-US" altLang="en-US" dirty="0">
                <a:solidFill>
                  <a:srgbClr val="FFFF00"/>
                </a:solidFill>
              </a:rPr>
              <a:t>Topics for Discussion</a:t>
            </a:r>
          </a:p>
        </p:txBody>
      </p:sp>
      <p:sp>
        <p:nvSpPr>
          <p:cNvPr id="79875" name="Rectangle 3">
            <a:extLst>
              <a:ext uri="{FF2B5EF4-FFF2-40B4-BE49-F238E27FC236}">
                <a16:creationId xmlns:a16="http://schemas.microsoft.com/office/drawing/2014/main" id="{5BE52E12-504C-7A43-84AC-025095E6402E}"/>
              </a:ext>
            </a:extLst>
          </p:cNvPr>
          <p:cNvSpPr>
            <a:spLocks noGrp="1" noChangeArrowheads="1"/>
          </p:cNvSpPr>
          <p:nvPr>
            <p:ph type="body" idx="1"/>
          </p:nvPr>
        </p:nvSpPr>
        <p:spPr>
          <a:xfrm>
            <a:off x="224456" y="1274324"/>
            <a:ext cx="5722389" cy="5286983"/>
          </a:xfrm>
        </p:spPr>
        <p:txBody>
          <a:bodyPr/>
          <a:lstStyle/>
          <a:p>
            <a:pPr eaLnBrk="1" hangingPunct="1">
              <a:spcBef>
                <a:spcPts val="0"/>
              </a:spcBef>
            </a:pPr>
            <a:r>
              <a:rPr lang="en-US" altLang="en-US" sz="2000" dirty="0">
                <a:solidFill>
                  <a:srgbClr val="FFFF00"/>
                </a:solidFill>
              </a:rPr>
              <a:t>Civil versus military leadership of human spaceflight</a:t>
            </a:r>
          </a:p>
          <a:p>
            <a:pPr lvl="1" eaLnBrk="1" hangingPunct="1">
              <a:spcBef>
                <a:spcPts val="0"/>
              </a:spcBef>
            </a:pPr>
            <a:r>
              <a:rPr lang="en-US" altLang="en-US" sz="2000" dirty="0">
                <a:solidFill>
                  <a:srgbClr val="FFFF00"/>
                </a:solidFill>
              </a:rPr>
              <a:t>NASA or the Air Force?</a:t>
            </a:r>
          </a:p>
          <a:p>
            <a:pPr eaLnBrk="1" hangingPunct="1">
              <a:spcBef>
                <a:spcPts val="0"/>
              </a:spcBef>
              <a:buFont typeface="Arial" panose="020B0604020202020204" pitchFamily="34" charset="0"/>
              <a:buChar char="•"/>
            </a:pPr>
            <a:r>
              <a:rPr lang="en-US" altLang="en-US" sz="2000" dirty="0">
                <a:solidFill>
                  <a:srgbClr val="FFFF00"/>
                </a:solidFill>
              </a:rPr>
              <a:t>Why did McNamara agree with Webb?</a:t>
            </a:r>
          </a:p>
          <a:p>
            <a:pPr lvl="1" eaLnBrk="1" hangingPunct="1">
              <a:spcBef>
                <a:spcPts val="0"/>
              </a:spcBef>
            </a:pPr>
            <a:r>
              <a:rPr lang="en-US" altLang="en-US" sz="2000" dirty="0">
                <a:solidFill>
                  <a:srgbClr val="FFFF00"/>
                </a:solidFill>
              </a:rPr>
              <a:t>Managing the Air Force</a:t>
            </a:r>
          </a:p>
          <a:p>
            <a:pPr lvl="1" eaLnBrk="1" hangingPunct="1">
              <a:spcBef>
                <a:spcPts val="0"/>
              </a:spcBef>
            </a:pPr>
            <a:r>
              <a:rPr lang="en-US" altLang="en-US" sz="2000" dirty="0">
                <a:solidFill>
                  <a:srgbClr val="FFFF00"/>
                </a:solidFill>
              </a:rPr>
              <a:t>Industrial base needs</a:t>
            </a:r>
          </a:p>
          <a:p>
            <a:pPr eaLnBrk="1" hangingPunct="1">
              <a:spcBef>
                <a:spcPts val="0"/>
              </a:spcBef>
            </a:pPr>
            <a:r>
              <a:rPr lang="en-US" altLang="en-US" sz="2000" dirty="0">
                <a:solidFill>
                  <a:srgbClr val="FFFF00"/>
                </a:solidFill>
              </a:rPr>
              <a:t>Was going to the Moon a new idea in 1961?</a:t>
            </a:r>
          </a:p>
          <a:p>
            <a:pPr lvl="1" eaLnBrk="1" hangingPunct="1">
              <a:spcBef>
                <a:spcPts val="0"/>
              </a:spcBef>
            </a:pPr>
            <a:r>
              <a:rPr lang="en-US" altLang="en-US" sz="2000" dirty="0">
                <a:solidFill>
                  <a:srgbClr val="FFFF00"/>
                </a:solidFill>
              </a:rPr>
              <a:t>NASA and Air Force perspectives</a:t>
            </a:r>
          </a:p>
          <a:p>
            <a:pPr lvl="1" eaLnBrk="1" hangingPunct="1">
              <a:spcBef>
                <a:spcPts val="0"/>
              </a:spcBef>
            </a:pPr>
            <a:r>
              <a:rPr lang="en-US" altLang="en-US" sz="2000" dirty="0">
                <a:solidFill>
                  <a:srgbClr val="FFFF00"/>
                </a:solidFill>
              </a:rPr>
              <a:t>How much was technically known at the time?</a:t>
            </a:r>
          </a:p>
          <a:p>
            <a:pPr lvl="1" eaLnBrk="1" hangingPunct="1">
              <a:spcBef>
                <a:spcPts val="0"/>
              </a:spcBef>
            </a:pPr>
            <a:r>
              <a:rPr lang="en-US" altLang="en-US" sz="2000" dirty="0">
                <a:solidFill>
                  <a:srgbClr val="FFFF00"/>
                </a:solidFill>
              </a:rPr>
              <a:t>Was economic stimulus a factor?</a:t>
            </a:r>
          </a:p>
          <a:p>
            <a:pPr eaLnBrk="1" hangingPunct="1">
              <a:spcBef>
                <a:spcPts val="0"/>
              </a:spcBef>
            </a:pPr>
            <a:r>
              <a:rPr lang="en-US" altLang="en-US" sz="2000" dirty="0">
                <a:solidFill>
                  <a:srgbClr val="FFFF00"/>
                </a:solidFill>
              </a:rPr>
              <a:t>What role did the events of 1961 play in influencing President Kennedy</a:t>
            </a:r>
            <a:r>
              <a:rPr lang="ja-JP" altLang="en-US" sz="2000">
                <a:solidFill>
                  <a:srgbClr val="FFFF00"/>
                </a:solidFill>
              </a:rPr>
              <a:t>’</a:t>
            </a:r>
            <a:r>
              <a:rPr lang="en-US" altLang="ja-JP" sz="2000" dirty="0">
                <a:solidFill>
                  <a:srgbClr val="FFFF00"/>
                </a:solidFill>
              </a:rPr>
              <a:t>s speech to the Congress?</a:t>
            </a:r>
          </a:p>
          <a:p>
            <a:pPr lvl="1" eaLnBrk="1" hangingPunct="1">
              <a:spcBef>
                <a:spcPts val="0"/>
              </a:spcBef>
            </a:pPr>
            <a:r>
              <a:rPr lang="en-US" altLang="en-US" sz="2000" dirty="0">
                <a:solidFill>
                  <a:srgbClr val="FFFF00"/>
                </a:solidFill>
              </a:rPr>
              <a:t>What if JFK had lived?</a:t>
            </a:r>
          </a:p>
          <a:p>
            <a:pPr eaLnBrk="1" hangingPunct="1">
              <a:lnSpc>
                <a:spcPct val="90000"/>
              </a:lnSpc>
              <a:spcBef>
                <a:spcPts val="0"/>
              </a:spcBef>
            </a:pPr>
            <a:endParaRPr lang="en-US" altLang="en-US" sz="2000" dirty="0">
              <a:solidFill>
                <a:srgbClr val="FFFF00"/>
              </a:solidFill>
            </a:endParaRPr>
          </a:p>
        </p:txBody>
      </p:sp>
      <p:sp>
        <p:nvSpPr>
          <p:cNvPr id="2" name="Rectangle 1">
            <a:extLst>
              <a:ext uri="{FF2B5EF4-FFF2-40B4-BE49-F238E27FC236}">
                <a16:creationId xmlns:a16="http://schemas.microsoft.com/office/drawing/2014/main" id="{81760AF3-DDCB-C042-8193-E0577EC0514D}"/>
              </a:ext>
            </a:extLst>
          </p:cNvPr>
          <p:cNvSpPr/>
          <p:nvPr/>
        </p:nvSpPr>
        <p:spPr>
          <a:xfrm>
            <a:off x="6245157" y="1274324"/>
            <a:ext cx="5563501" cy="4401205"/>
          </a:xfrm>
          <a:prstGeom prst="rect">
            <a:avLst/>
          </a:prstGeom>
        </p:spPr>
        <p:txBody>
          <a:bodyPr wrap="square">
            <a:spAutoFit/>
          </a:bodyPr>
          <a:lstStyle/>
          <a:p>
            <a:pPr marL="342900" indent="-342900" eaLnBrk="1" hangingPunct="1">
              <a:spcBef>
                <a:spcPts val="0"/>
              </a:spcBef>
              <a:buFont typeface="Arial" panose="020B0604020202020204" pitchFamily="34" charset="0"/>
              <a:buChar char="•"/>
            </a:pPr>
            <a:r>
              <a:rPr lang="en-US" altLang="en-US" sz="2000" dirty="0">
                <a:solidFill>
                  <a:srgbClr val="FFFF00"/>
                </a:solidFill>
                <a:latin typeface="+mn-lt"/>
              </a:rPr>
              <a:t>Scientific community assessment of human spaceflight</a:t>
            </a:r>
          </a:p>
          <a:p>
            <a:pPr marL="800100" lvl="1" indent="-342900" eaLnBrk="1" hangingPunct="1">
              <a:spcBef>
                <a:spcPts val="0"/>
              </a:spcBef>
              <a:buFont typeface="System Font Regular"/>
              <a:buChar char="−"/>
            </a:pPr>
            <a:r>
              <a:rPr lang="en-US" altLang="en-US" sz="2000" dirty="0">
                <a:solidFill>
                  <a:srgbClr val="FFFF00"/>
                </a:solidFill>
                <a:latin typeface="+mn-lt"/>
              </a:rPr>
              <a:t>Wiesner report versus Space Science Board</a:t>
            </a:r>
          </a:p>
          <a:p>
            <a:pPr marL="342900" indent="-342900" eaLnBrk="1" hangingPunct="1">
              <a:spcBef>
                <a:spcPts val="0"/>
              </a:spcBef>
              <a:buFont typeface="Arial" panose="020B0604020202020204" pitchFamily="34" charset="0"/>
              <a:buChar char="•"/>
            </a:pPr>
            <a:r>
              <a:rPr lang="en-US" altLang="en-US" sz="2000" dirty="0">
                <a:solidFill>
                  <a:srgbClr val="FFFF00"/>
                </a:solidFill>
                <a:latin typeface="+mn-lt"/>
              </a:rPr>
              <a:t>Congressional dynamics and geography</a:t>
            </a:r>
          </a:p>
          <a:p>
            <a:pPr marL="800100" lvl="1" indent="-342900" eaLnBrk="1" hangingPunct="1">
              <a:spcBef>
                <a:spcPts val="0"/>
              </a:spcBef>
              <a:buFont typeface="System Font Regular"/>
              <a:buChar char="-"/>
            </a:pPr>
            <a:r>
              <a:rPr lang="en-US" altLang="en-US" sz="2000" dirty="0">
                <a:solidFill>
                  <a:srgbClr val="FFFF00"/>
                </a:solidFill>
                <a:latin typeface="+mn-lt"/>
              </a:rPr>
              <a:t>the Second Reconstruction</a:t>
            </a:r>
          </a:p>
          <a:p>
            <a:pPr marL="800100" lvl="1" indent="-342900" eaLnBrk="1" hangingPunct="1">
              <a:spcBef>
                <a:spcPts val="0"/>
              </a:spcBef>
              <a:buFont typeface="System Font Regular"/>
              <a:buChar char="-"/>
            </a:pPr>
            <a:r>
              <a:rPr lang="en-US" altLang="en-US" sz="2000" dirty="0">
                <a:solidFill>
                  <a:srgbClr val="FFFF00"/>
                </a:solidFill>
                <a:latin typeface="+mn-lt"/>
              </a:rPr>
              <a:t>Passage of reform legislation</a:t>
            </a:r>
          </a:p>
          <a:p>
            <a:pPr lvl="1" eaLnBrk="1" hangingPunct="1">
              <a:spcBef>
                <a:spcPts val="0"/>
              </a:spcBef>
            </a:pPr>
            <a:endParaRPr lang="en-US" altLang="en-US" sz="2000" dirty="0">
              <a:solidFill>
                <a:srgbClr val="FFFF00"/>
              </a:solidFill>
              <a:latin typeface="+mn-lt"/>
            </a:endParaRPr>
          </a:p>
          <a:p>
            <a:pPr marL="342900" indent="-342900" eaLnBrk="1" hangingPunct="1">
              <a:spcBef>
                <a:spcPts val="0"/>
              </a:spcBef>
              <a:buFont typeface="Arial" panose="020B0604020202020204" pitchFamily="34" charset="0"/>
              <a:buChar char="•"/>
            </a:pPr>
            <a:r>
              <a:rPr lang="en-US" altLang="en-US" sz="2000" dirty="0">
                <a:solidFill>
                  <a:srgbClr val="FFFF00"/>
                </a:solidFill>
                <a:latin typeface="+mn-lt"/>
              </a:rPr>
              <a:t>Presidential priorities</a:t>
            </a:r>
          </a:p>
          <a:p>
            <a:pPr marL="800100" lvl="1" indent="-342900" eaLnBrk="1" hangingPunct="1">
              <a:spcBef>
                <a:spcPts val="0"/>
              </a:spcBef>
              <a:buFont typeface="System Font Regular"/>
              <a:buChar char="-"/>
            </a:pPr>
            <a:r>
              <a:rPr lang="en-US" altLang="en-US" sz="2000" dirty="0">
                <a:solidFill>
                  <a:srgbClr val="FFFF00"/>
                </a:solidFill>
                <a:latin typeface="+mn-lt"/>
              </a:rPr>
              <a:t>Ike - New Look, intelligence on Soviet capabilities</a:t>
            </a:r>
          </a:p>
          <a:p>
            <a:pPr marL="800100" lvl="1" indent="-342900" eaLnBrk="1" hangingPunct="1">
              <a:spcBef>
                <a:spcPts val="0"/>
              </a:spcBef>
              <a:buFont typeface="System Font Regular"/>
              <a:buChar char="-"/>
            </a:pPr>
            <a:r>
              <a:rPr lang="en-US" altLang="en-US" sz="2000" dirty="0">
                <a:solidFill>
                  <a:srgbClr val="FFFF00"/>
                </a:solidFill>
                <a:latin typeface="+mn-lt"/>
              </a:rPr>
              <a:t>JFK - New Frontier, international prestige</a:t>
            </a:r>
          </a:p>
          <a:p>
            <a:pPr marL="800100" lvl="1" indent="-342900" eaLnBrk="1" hangingPunct="1">
              <a:spcBef>
                <a:spcPts val="0"/>
              </a:spcBef>
              <a:buFont typeface="System Font Regular"/>
              <a:buChar char="-"/>
            </a:pPr>
            <a:r>
              <a:rPr lang="en-US" altLang="en-US" sz="2000" dirty="0">
                <a:solidFill>
                  <a:srgbClr val="FFFF00"/>
                </a:solidFill>
                <a:latin typeface="+mn-lt"/>
              </a:rPr>
              <a:t>LBJ - Great Society, domestic reform</a:t>
            </a:r>
          </a:p>
        </p:txBody>
      </p:sp>
    </p:spTree>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3366FF"/>
        </a:solidFill>
        <a:effectLst/>
      </p:bgPr>
    </p:bg>
    <p:spTree>
      <p:nvGrpSpPr>
        <p:cNvPr id="1" name=""/>
        <p:cNvGrpSpPr/>
        <p:nvPr/>
      </p:nvGrpSpPr>
      <p:grpSpPr>
        <a:xfrm>
          <a:off x="0" y="0"/>
          <a:ext cx="0" cy="0"/>
          <a:chOff x="0" y="0"/>
          <a:chExt cx="0" cy="0"/>
        </a:xfrm>
      </p:grpSpPr>
      <p:sp>
        <p:nvSpPr>
          <p:cNvPr id="83969" name="Slide Number Placeholder 4">
            <a:extLst>
              <a:ext uri="{FF2B5EF4-FFF2-40B4-BE49-F238E27FC236}">
                <a16:creationId xmlns:a16="http://schemas.microsoft.com/office/drawing/2014/main" id="{D3DD2F24-4B42-3D4E-8AA6-9C48D330CF5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BB02BC02-87BF-B249-8908-D15A4BA66D83}" type="slidenum">
              <a:rPr lang="en-US" altLang="en-US" sz="1000" b="0">
                <a:solidFill>
                  <a:schemeClr val="bg1"/>
                </a:solidFill>
              </a:rPr>
              <a:pPr/>
              <a:t>45</a:t>
            </a:fld>
            <a:endParaRPr lang="en-US" altLang="en-US" sz="1000" b="0">
              <a:solidFill>
                <a:schemeClr val="bg1"/>
              </a:solidFill>
            </a:endParaRPr>
          </a:p>
        </p:txBody>
      </p:sp>
      <p:sp>
        <p:nvSpPr>
          <p:cNvPr id="83970" name="Rectangle 2">
            <a:extLst>
              <a:ext uri="{FF2B5EF4-FFF2-40B4-BE49-F238E27FC236}">
                <a16:creationId xmlns:a16="http://schemas.microsoft.com/office/drawing/2014/main" id="{3E0F3381-4896-6649-B42A-5A8BE1262721}"/>
              </a:ext>
            </a:extLst>
          </p:cNvPr>
          <p:cNvSpPr>
            <a:spLocks noGrp="1" noChangeArrowheads="1"/>
          </p:cNvSpPr>
          <p:nvPr>
            <p:ph type="title"/>
          </p:nvPr>
        </p:nvSpPr>
        <p:spPr/>
        <p:txBody>
          <a:bodyPr/>
          <a:lstStyle/>
          <a:p>
            <a:pPr algn="ctr" eaLnBrk="1" hangingPunct="1"/>
            <a:r>
              <a:rPr lang="en-US" altLang="en-US" dirty="0">
                <a:solidFill>
                  <a:srgbClr val="FFFF00"/>
                </a:solidFill>
              </a:rPr>
              <a:t>Topics for Discussion (cont.)</a:t>
            </a:r>
          </a:p>
        </p:txBody>
      </p:sp>
      <p:sp>
        <p:nvSpPr>
          <p:cNvPr id="83971" name="Rectangle 3">
            <a:extLst>
              <a:ext uri="{FF2B5EF4-FFF2-40B4-BE49-F238E27FC236}">
                <a16:creationId xmlns:a16="http://schemas.microsoft.com/office/drawing/2014/main" id="{C0D1DFF5-DCDF-CB45-9BF1-E82CFCDB41E0}"/>
              </a:ext>
            </a:extLst>
          </p:cNvPr>
          <p:cNvSpPr>
            <a:spLocks noGrp="1" noChangeArrowheads="1"/>
          </p:cNvSpPr>
          <p:nvPr>
            <p:ph type="body" idx="1"/>
          </p:nvPr>
        </p:nvSpPr>
        <p:spPr/>
        <p:txBody>
          <a:bodyPr/>
          <a:lstStyle/>
          <a:p>
            <a:pPr eaLnBrk="1" hangingPunct="1"/>
            <a:r>
              <a:rPr lang="en-US" altLang="en-US" dirty="0">
                <a:solidFill>
                  <a:srgbClr val="FFFF00"/>
                </a:solidFill>
              </a:rPr>
              <a:t>Technical choices for the Moon</a:t>
            </a:r>
          </a:p>
          <a:p>
            <a:pPr lvl="1" eaLnBrk="1" hangingPunct="1"/>
            <a:r>
              <a:rPr lang="en-US" altLang="en-US" dirty="0">
                <a:solidFill>
                  <a:srgbClr val="FFFF00"/>
                </a:solidFill>
              </a:rPr>
              <a:t>Beating the Soviets over time</a:t>
            </a:r>
          </a:p>
          <a:p>
            <a:pPr lvl="1" eaLnBrk="1" hangingPunct="1"/>
            <a:r>
              <a:rPr lang="en-US" altLang="en-US" dirty="0">
                <a:solidFill>
                  <a:srgbClr val="FFFF00"/>
                </a:solidFill>
              </a:rPr>
              <a:t>Direct versus Lunar orbit rendezvous versus Earth orbit rendezvous</a:t>
            </a:r>
          </a:p>
          <a:p>
            <a:pPr lvl="1" eaLnBrk="1" hangingPunct="1"/>
            <a:r>
              <a:rPr lang="en-US" altLang="en-US" dirty="0">
                <a:solidFill>
                  <a:srgbClr val="FFFF00"/>
                </a:solidFill>
              </a:rPr>
              <a:t>Implications for returning to the Moon?</a:t>
            </a:r>
          </a:p>
          <a:p>
            <a:pPr lvl="2" eaLnBrk="1" hangingPunct="1"/>
            <a:r>
              <a:rPr lang="en-US" altLang="en-US" sz="2000" dirty="0">
                <a:solidFill>
                  <a:srgbClr val="FFFF00"/>
                </a:solidFill>
              </a:rPr>
              <a:t>Technically</a:t>
            </a:r>
          </a:p>
          <a:p>
            <a:pPr lvl="2" eaLnBrk="1" hangingPunct="1"/>
            <a:r>
              <a:rPr lang="en-US" altLang="en-US" sz="2000" dirty="0">
                <a:solidFill>
                  <a:srgbClr val="FFFF00"/>
                </a:solidFill>
              </a:rPr>
              <a:t>Politically</a:t>
            </a:r>
          </a:p>
          <a:p>
            <a:pPr lvl="2" eaLnBrk="1" hangingPunct="1"/>
            <a:r>
              <a:rPr lang="en-US" altLang="en-US" sz="2000" dirty="0">
                <a:solidFill>
                  <a:srgbClr val="FFFF00"/>
                </a:solidFill>
              </a:rPr>
              <a:t>Role of industry and the private sector</a:t>
            </a:r>
          </a:p>
          <a:p>
            <a:pPr lvl="2" eaLnBrk="1" hangingPunct="1"/>
            <a:r>
              <a:rPr lang="en-US" altLang="en-US" sz="2000" dirty="0">
                <a:solidFill>
                  <a:srgbClr val="FFFF00"/>
                </a:solidFill>
              </a:rPr>
              <a:t>Future Mars missions?</a:t>
            </a:r>
          </a:p>
        </p:txBody>
      </p:sp>
    </p:spTree>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Slide Number Placeholder 4">
            <a:extLst>
              <a:ext uri="{FF2B5EF4-FFF2-40B4-BE49-F238E27FC236}">
                <a16:creationId xmlns:a16="http://schemas.microsoft.com/office/drawing/2014/main" id="{97C6A69F-BBEB-304E-99BF-F9B6B2B6D4F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901EF5DF-38D7-E849-B331-F8A60D862896}" type="slidenum">
              <a:rPr lang="en-US" altLang="en-US" sz="1000" b="0">
                <a:solidFill>
                  <a:schemeClr val="bg1"/>
                </a:solidFill>
              </a:rPr>
              <a:pPr/>
              <a:t>46</a:t>
            </a:fld>
            <a:endParaRPr lang="en-US" altLang="en-US" sz="1000" b="0">
              <a:solidFill>
                <a:schemeClr val="bg1"/>
              </a:solidFill>
            </a:endParaRPr>
          </a:p>
        </p:txBody>
      </p:sp>
      <p:pic>
        <p:nvPicPr>
          <p:cNvPr id="64514" name="Picture 2">
            <a:extLst>
              <a:ext uri="{FF2B5EF4-FFF2-40B4-BE49-F238E27FC236}">
                <a16:creationId xmlns:a16="http://schemas.microsoft.com/office/drawing/2014/main" id="{23943AE8-B761-4046-8CEF-B65686CBDD45}"/>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593850" y="446088"/>
            <a:ext cx="8972550" cy="605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5" name="Line 3">
            <a:extLst>
              <a:ext uri="{FF2B5EF4-FFF2-40B4-BE49-F238E27FC236}">
                <a16:creationId xmlns:a16="http://schemas.microsoft.com/office/drawing/2014/main" id="{0CB7BEDF-0690-B044-B114-BE5DC84E2FC5}"/>
              </a:ext>
            </a:extLst>
          </p:cNvPr>
          <p:cNvSpPr>
            <a:spLocks noChangeShapeType="1"/>
          </p:cNvSpPr>
          <p:nvPr/>
        </p:nvSpPr>
        <p:spPr bwMode="auto">
          <a:xfrm>
            <a:off x="4572000" y="2209801"/>
            <a:ext cx="0" cy="8175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4516" name="Text Box 4">
            <a:extLst>
              <a:ext uri="{FF2B5EF4-FFF2-40B4-BE49-F238E27FC236}">
                <a16:creationId xmlns:a16="http://schemas.microsoft.com/office/drawing/2014/main" id="{E3926795-46FB-CD4C-9C57-A68B85DB069C}"/>
              </a:ext>
            </a:extLst>
          </p:cNvPr>
          <p:cNvSpPr txBox="1">
            <a:spLocks noChangeArrowheads="1"/>
          </p:cNvSpPr>
          <p:nvPr/>
        </p:nvSpPr>
        <p:spPr bwMode="auto">
          <a:xfrm>
            <a:off x="3978275" y="1981201"/>
            <a:ext cx="152157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r>
              <a:rPr lang="en-US" altLang="en-US" sz="1000" b="0"/>
              <a:t>4.4% of Federal Budget</a:t>
            </a:r>
          </a:p>
        </p:txBody>
      </p:sp>
      <p:sp>
        <p:nvSpPr>
          <p:cNvPr id="64517" name="Line 5">
            <a:extLst>
              <a:ext uri="{FF2B5EF4-FFF2-40B4-BE49-F238E27FC236}">
                <a16:creationId xmlns:a16="http://schemas.microsoft.com/office/drawing/2014/main" id="{BF86C468-1878-2141-87DE-AFE89E1ABBD9}"/>
              </a:ext>
            </a:extLst>
          </p:cNvPr>
          <p:cNvSpPr>
            <a:spLocks noChangeShapeType="1"/>
          </p:cNvSpPr>
          <p:nvPr/>
        </p:nvSpPr>
        <p:spPr bwMode="auto">
          <a:xfrm flipH="1" flipV="1">
            <a:off x="4953000" y="3733800"/>
            <a:ext cx="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4518" name="Text Box 6">
            <a:extLst>
              <a:ext uri="{FF2B5EF4-FFF2-40B4-BE49-F238E27FC236}">
                <a16:creationId xmlns:a16="http://schemas.microsoft.com/office/drawing/2014/main" id="{66D54F18-BFA9-D34F-8CA8-6FF033E82A45}"/>
              </a:ext>
            </a:extLst>
          </p:cNvPr>
          <p:cNvSpPr txBox="1">
            <a:spLocks noChangeArrowheads="1"/>
          </p:cNvSpPr>
          <p:nvPr/>
        </p:nvSpPr>
        <p:spPr bwMode="auto">
          <a:xfrm>
            <a:off x="4724400" y="4083050"/>
            <a:ext cx="990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r>
              <a:rPr lang="en-US" altLang="en-US" sz="800"/>
              <a:t>First Apollo Landing</a:t>
            </a:r>
          </a:p>
        </p:txBody>
      </p:sp>
      <p:sp>
        <p:nvSpPr>
          <p:cNvPr id="64519" name="Text Box 7">
            <a:extLst>
              <a:ext uri="{FF2B5EF4-FFF2-40B4-BE49-F238E27FC236}">
                <a16:creationId xmlns:a16="http://schemas.microsoft.com/office/drawing/2014/main" id="{30DF9056-1D8F-724B-B3DC-85440E228F5B}"/>
              </a:ext>
            </a:extLst>
          </p:cNvPr>
          <p:cNvSpPr txBox="1">
            <a:spLocks noChangeArrowheads="1"/>
          </p:cNvSpPr>
          <p:nvPr/>
        </p:nvSpPr>
        <p:spPr bwMode="auto">
          <a:xfrm>
            <a:off x="6519863" y="3352801"/>
            <a:ext cx="64793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r>
              <a:rPr lang="en-US" altLang="en-US" sz="700"/>
              <a:t>Challenger</a:t>
            </a:r>
          </a:p>
          <a:p>
            <a:r>
              <a:rPr lang="en-US" altLang="en-US" sz="700"/>
              <a:t>Accident</a:t>
            </a:r>
          </a:p>
        </p:txBody>
      </p:sp>
      <p:sp>
        <p:nvSpPr>
          <p:cNvPr id="64520" name="Line 8">
            <a:extLst>
              <a:ext uri="{FF2B5EF4-FFF2-40B4-BE49-F238E27FC236}">
                <a16:creationId xmlns:a16="http://schemas.microsoft.com/office/drawing/2014/main" id="{C7B5A686-78A0-0542-953F-29B0008640B5}"/>
              </a:ext>
            </a:extLst>
          </p:cNvPr>
          <p:cNvSpPr>
            <a:spLocks noChangeShapeType="1"/>
          </p:cNvSpPr>
          <p:nvPr/>
        </p:nvSpPr>
        <p:spPr bwMode="auto">
          <a:xfrm>
            <a:off x="7010400" y="3581400"/>
            <a:ext cx="152400" cy="152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4521" name="Text Box 9">
            <a:extLst>
              <a:ext uri="{FF2B5EF4-FFF2-40B4-BE49-F238E27FC236}">
                <a16:creationId xmlns:a16="http://schemas.microsoft.com/office/drawing/2014/main" id="{E9BD9F40-6F3D-D947-8942-1A0B3C6613FA}"/>
              </a:ext>
            </a:extLst>
          </p:cNvPr>
          <p:cNvSpPr txBox="1">
            <a:spLocks noChangeArrowheads="1"/>
          </p:cNvSpPr>
          <p:nvPr/>
        </p:nvSpPr>
        <p:spPr bwMode="auto">
          <a:xfrm>
            <a:off x="8169276" y="1981201"/>
            <a:ext cx="150812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r>
              <a:rPr lang="en-US" altLang="en-US" sz="1000" b="0"/>
              <a:t>0.6% of Federal Budget</a:t>
            </a:r>
          </a:p>
        </p:txBody>
      </p:sp>
      <p:sp>
        <p:nvSpPr>
          <p:cNvPr id="64522" name="Line 10">
            <a:extLst>
              <a:ext uri="{FF2B5EF4-FFF2-40B4-BE49-F238E27FC236}">
                <a16:creationId xmlns:a16="http://schemas.microsoft.com/office/drawing/2014/main" id="{C3F6CBA5-FE14-4C43-A5B9-A747DF22A08B}"/>
              </a:ext>
            </a:extLst>
          </p:cNvPr>
          <p:cNvSpPr>
            <a:spLocks noChangeShapeType="1"/>
          </p:cNvSpPr>
          <p:nvPr/>
        </p:nvSpPr>
        <p:spPr bwMode="auto">
          <a:xfrm>
            <a:off x="8991600" y="2230438"/>
            <a:ext cx="0" cy="14271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4523" name="Text Box 11">
            <a:extLst>
              <a:ext uri="{FF2B5EF4-FFF2-40B4-BE49-F238E27FC236}">
                <a16:creationId xmlns:a16="http://schemas.microsoft.com/office/drawing/2014/main" id="{AF43723F-95A8-8448-8A6E-BD9F726CFA5F}"/>
              </a:ext>
            </a:extLst>
          </p:cNvPr>
          <p:cNvSpPr txBox="1">
            <a:spLocks noChangeArrowheads="1"/>
          </p:cNvSpPr>
          <p:nvPr/>
        </p:nvSpPr>
        <p:spPr bwMode="auto">
          <a:xfrm>
            <a:off x="8775701" y="3962400"/>
            <a:ext cx="678391"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r>
              <a:rPr lang="en-US" altLang="en-US" sz="700"/>
              <a:t>Announced</a:t>
            </a:r>
          </a:p>
          <a:p>
            <a:r>
              <a:rPr lang="en-US" altLang="en-US" sz="700"/>
              <a:t>Exploration</a:t>
            </a:r>
          </a:p>
          <a:p>
            <a:r>
              <a:rPr lang="en-US" altLang="en-US" sz="700"/>
              <a:t>Vision</a:t>
            </a:r>
          </a:p>
        </p:txBody>
      </p:sp>
      <p:sp>
        <p:nvSpPr>
          <p:cNvPr id="64524" name="Line 12">
            <a:extLst>
              <a:ext uri="{FF2B5EF4-FFF2-40B4-BE49-F238E27FC236}">
                <a16:creationId xmlns:a16="http://schemas.microsoft.com/office/drawing/2014/main" id="{C29A89C1-C259-B04C-B2C1-8C4AFA661D18}"/>
              </a:ext>
            </a:extLst>
          </p:cNvPr>
          <p:cNvSpPr>
            <a:spLocks noChangeShapeType="1"/>
          </p:cNvSpPr>
          <p:nvPr/>
        </p:nvSpPr>
        <p:spPr bwMode="auto">
          <a:xfrm flipH="1" flipV="1">
            <a:off x="9144000" y="3733800"/>
            <a:ext cx="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64525" name="Group 13">
            <a:extLst>
              <a:ext uri="{FF2B5EF4-FFF2-40B4-BE49-F238E27FC236}">
                <a16:creationId xmlns:a16="http://schemas.microsoft.com/office/drawing/2014/main" id="{1CD4BA89-7AAB-C84A-803A-ABC40CF5CB9A}"/>
              </a:ext>
            </a:extLst>
          </p:cNvPr>
          <p:cNvGrpSpPr>
            <a:grpSpLocks/>
          </p:cNvGrpSpPr>
          <p:nvPr/>
        </p:nvGrpSpPr>
        <p:grpSpPr bwMode="auto">
          <a:xfrm>
            <a:off x="7786688" y="2438400"/>
            <a:ext cx="755650" cy="762000"/>
            <a:chOff x="2880" y="1680"/>
            <a:chExt cx="476" cy="480"/>
          </a:xfrm>
        </p:grpSpPr>
        <p:sp>
          <p:nvSpPr>
            <p:cNvPr id="64530" name="Text Box 14">
              <a:extLst>
                <a:ext uri="{FF2B5EF4-FFF2-40B4-BE49-F238E27FC236}">
                  <a16:creationId xmlns:a16="http://schemas.microsoft.com/office/drawing/2014/main" id="{AE924D51-BDEE-F04D-BA53-277546896622}"/>
                </a:ext>
              </a:extLst>
            </p:cNvPr>
            <p:cNvSpPr txBox="1">
              <a:spLocks noChangeArrowheads="1"/>
            </p:cNvSpPr>
            <p:nvPr/>
          </p:nvSpPr>
          <p:spPr bwMode="auto">
            <a:xfrm>
              <a:off x="2880" y="1680"/>
              <a:ext cx="47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r>
                <a:rPr lang="en-US" altLang="en-US" sz="700"/>
                <a:t>Hiring Freeze</a:t>
              </a:r>
            </a:p>
          </p:txBody>
        </p:sp>
        <p:sp>
          <p:nvSpPr>
            <p:cNvPr id="64531" name="Line 15">
              <a:extLst>
                <a:ext uri="{FF2B5EF4-FFF2-40B4-BE49-F238E27FC236}">
                  <a16:creationId xmlns:a16="http://schemas.microsoft.com/office/drawing/2014/main" id="{C4CF29E2-24AF-A949-A5C5-3562D7C45B8D}"/>
                </a:ext>
              </a:extLst>
            </p:cNvPr>
            <p:cNvSpPr>
              <a:spLocks noChangeShapeType="1"/>
            </p:cNvSpPr>
            <p:nvPr/>
          </p:nvSpPr>
          <p:spPr bwMode="auto">
            <a:xfrm>
              <a:off x="3168" y="1968"/>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4532" name="Line 16">
              <a:extLst>
                <a:ext uri="{FF2B5EF4-FFF2-40B4-BE49-F238E27FC236}">
                  <a16:creationId xmlns:a16="http://schemas.microsoft.com/office/drawing/2014/main" id="{178ED312-E75F-FB4C-8A1F-36E97F1C9CA4}"/>
                </a:ext>
              </a:extLst>
            </p:cNvPr>
            <p:cNvSpPr>
              <a:spLocks noChangeShapeType="1"/>
            </p:cNvSpPr>
            <p:nvPr/>
          </p:nvSpPr>
          <p:spPr bwMode="auto">
            <a:xfrm>
              <a:off x="3120" y="1920"/>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4533" name="Line 17">
              <a:extLst>
                <a:ext uri="{FF2B5EF4-FFF2-40B4-BE49-F238E27FC236}">
                  <a16:creationId xmlns:a16="http://schemas.microsoft.com/office/drawing/2014/main" id="{83883D74-79C7-7045-8BB3-D223F8CFA721}"/>
                </a:ext>
              </a:extLst>
            </p:cNvPr>
            <p:cNvSpPr>
              <a:spLocks noChangeShapeType="1"/>
            </p:cNvSpPr>
            <p:nvPr/>
          </p:nvSpPr>
          <p:spPr bwMode="auto">
            <a:xfrm>
              <a:off x="3072" y="1872"/>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4534" name="Line 18">
              <a:extLst>
                <a:ext uri="{FF2B5EF4-FFF2-40B4-BE49-F238E27FC236}">
                  <a16:creationId xmlns:a16="http://schemas.microsoft.com/office/drawing/2014/main" id="{88668D9E-741C-A740-95A3-05236EBC4156}"/>
                </a:ext>
              </a:extLst>
            </p:cNvPr>
            <p:cNvSpPr>
              <a:spLocks noChangeShapeType="1"/>
            </p:cNvSpPr>
            <p:nvPr/>
          </p:nvSpPr>
          <p:spPr bwMode="auto">
            <a:xfrm>
              <a:off x="3024" y="1824"/>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4535" name="Line 19">
              <a:extLst>
                <a:ext uri="{FF2B5EF4-FFF2-40B4-BE49-F238E27FC236}">
                  <a16:creationId xmlns:a16="http://schemas.microsoft.com/office/drawing/2014/main" id="{6FCD3458-6C52-264E-9528-3F521FBFDE40}"/>
                </a:ext>
              </a:extLst>
            </p:cNvPr>
            <p:cNvSpPr>
              <a:spLocks noChangeShapeType="1"/>
            </p:cNvSpPr>
            <p:nvPr/>
          </p:nvSpPr>
          <p:spPr bwMode="auto">
            <a:xfrm>
              <a:off x="2976" y="1776"/>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64526" name="Text Box 20">
            <a:extLst>
              <a:ext uri="{FF2B5EF4-FFF2-40B4-BE49-F238E27FC236}">
                <a16:creationId xmlns:a16="http://schemas.microsoft.com/office/drawing/2014/main" id="{31740991-DD78-DD42-8AB4-1C60AF4323DD}"/>
              </a:ext>
            </a:extLst>
          </p:cNvPr>
          <p:cNvSpPr txBox="1">
            <a:spLocks noChangeArrowheads="1"/>
          </p:cNvSpPr>
          <p:nvPr/>
        </p:nvSpPr>
        <p:spPr bwMode="auto">
          <a:xfrm>
            <a:off x="5029200" y="2163764"/>
            <a:ext cx="59055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r>
              <a:rPr lang="en-US" altLang="en-US" sz="700"/>
              <a:t>Major RIF</a:t>
            </a:r>
          </a:p>
        </p:txBody>
      </p:sp>
      <p:sp>
        <p:nvSpPr>
          <p:cNvPr id="64527" name="Line 21">
            <a:extLst>
              <a:ext uri="{FF2B5EF4-FFF2-40B4-BE49-F238E27FC236}">
                <a16:creationId xmlns:a16="http://schemas.microsoft.com/office/drawing/2014/main" id="{89D698C9-CA90-694A-82F7-F665C6B634D4}"/>
              </a:ext>
            </a:extLst>
          </p:cNvPr>
          <p:cNvSpPr>
            <a:spLocks noChangeShapeType="1"/>
          </p:cNvSpPr>
          <p:nvPr/>
        </p:nvSpPr>
        <p:spPr bwMode="auto">
          <a:xfrm>
            <a:off x="5257800" y="2362200"/>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4528" name="Text Box 22">
            <a:extLst>
              <a:ext uri="{FF2B5EF4-FFF2-40B4-BE49-F238E27FC236}">
                <a16:creationId xmlns:a16="http://schemas.microsoft.com/office/drawing/2014/main" id="{36D78B1D-E7D2-9343-9B07-F31D013662BD}"/>
              </a:ext>
            </a:extLst>
          </p:cNvPr>
          <p:cNvSpPr txBox="1">
            <a:spLocks noChangeArrowheads="1"/>
          </p:cNvSpPr>
          <p:nvPr/>
        </p:nvSpPr>
        <p:spPr bwMode="auto">
          <a:xfrm>
            <a:off x="9004300" y="2667000"/>
            <a:ext cx="67310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r>
              <a:rPr lang="en-US" altLang="en-US" sz="700"/>
              <a:t>Flexibility Act passed</a:t>
            </a:r>
          </a:p>
          <a:p>
            <a:endParaRPr lang="en-US" altLang="en-US" sz="700"/>
          </a:p>
        </p:txBody>
      </p:sp>
      <p:sp>
        <p:nvSpPr>
          <p:cNvPr id="64529" name="Line 23">
            <a:extLst>
              <a:ext uri="{FF2B5EF4-FFF2-40B4-BE49-F238E27FC236}">
                <a16:creationId xmlns:a16="http://schemas.microsoft.com/office/drawing/2014/main" id="{8EFCD6B8-CB5A-C14E-8E6D-D62EF222679F}"/>
              </a:ext>
            </a:extLst>
          </p:cNvPr>
          <p:cNvSpPr>
            <a:spLocks noChangeShapeType="1"/>
          </p:cNvSpPr>
          <p:nvPr/>
        </p:nvSpPr>
        <p:spPr bwMode="auto">
          <a:xfrm>
            <a:off x="9220200" y="2971800"/>
            <a:ext cx="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4188761867"/>
      </p:ext>
    </p:ext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Slide Number Placeholder 4">
            <a:extLst>
              <a:ext uri="{FF2B5EF4-FFF2-40B4-BE49-F238E27FC236}">
                <a16:creationId xmlns:a16="http://schemas.microsoft.com/office/drawing/2014/main" id="{AA4B234D-E087-024A-999A-59EF7F6AB2C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73C9D5A1-6D11-E647-A4D8-7DC312BCF667}" type="slidenum">
              <a:rPr lang="en-US" altLang="en-US" sz="1000" b="0">
                <a:solidFill>
                  <a:schemeClr val="bg1"/>
                </a:solidFill>
              </a:rPr>
              <a:pPr/>
              <a:t>47</a:t>
            </a:fld>
            <a:endParaRPr lang="en-US" altLang="en-US" sz="1000" b="0">
              <a:solidFill>
                <a:schemeClr val="bg1"/>
              </a:solidFill>
            </a:endParaRPr>
          </a:p>
        </p:txBody>
      </p:sp>
      <p:sp>
        <p:nvSpPr>
          <p:cNvPr id="88066" name="Rectangle 1026">
            <a:extLst>
              <a:ext uri="{FF2B5EF4-FFF2-40B4-BE49-F238E27FC236}">
                <a16:creationId xmlns:a16="http://schemas.microsoft.com/office/drawing/2014/main" id="{B705FB83-EB06-9F48-B6FE-BCEF19C3D4D4}"/>
              </a:ext>
            </a:extLst>
          </p:cNvPr>
          <p:cNvSpPr>
            <a:spLocks noGrp="1" noChangeArrowheads="1"/>
          </p:cNvSpPr>
          <p:nvPr>
            <p:ph type="title"/>
          </p:nvPr>
        </p:nvSpPr>
        <p:spPr/>
        <p:txBody>
          <a:bodyPr/>
          <a:lstStyle/>
          <a:p>
            <a:pPr eaLnBrk="1" hangingPunct="1"/>
            <a:r>
              <a:rPr lang="en-US" altLang="en-US"/>
              <a:t>Comparison to Ares I and Ares V</a:t>
            </a:r>
          </a:p>
        </p:txBody>
      </p:sp>
      <p:pic>
        <p:nvPicPr>
          <p:cNvPr id="88067" name="Picture 1029" descr="Saturn-V_Shuttle_Ares-I_Ares-V_comparison_(06-2006)">
            <a:extLst>
              <a:ext uri="{FF2B5EF4-FFF2-40B4-BE49-F238E27FC236}">
                <a16:creationId xmlns:a16="http://schemas.microsoft.com/office/drawing/2014/main" id="{CD9321B3-9FD7-144A-8F57-43C5E43008D2}"/>
              </a:ext>
            </a:extLst>
          </p:cNvPr>
          <p:cNvPicPr>
            <a:picLocks noGrp="1" noChangeAspect="1" noChangeArrowheads="1"/>
          </p:cNvPicPr>
          <p:nvPr>
            <p:ph idx="1"/>
          </p:nvPr>
        </p:nvPicPr>
        <p:blipFill>
          <a:blip r:embed="rId3">
            <a:extLst>
              <a:ext uri="{28A0092B-C50C-407E-A947-70E740481C1C}">
                <a14:useLocalDpi xmlns:a14="http://schemas.microsoft.com/office/drawing/2010/main"/>
              </a:ext>
            </a:extLst>
          </a:blip>
          <a:srcRect/>
          <a:stretch>
            <a:fillRect/>
          </a:stretch>
        </p:blipFill>
        <p:spPr>
          <a:xfrm>
            <a:off x="2833689" y="1460501"/>
            <a:ext cx="6321425" cy="4741863"/>
          </a:xfrm>
        </p:spPr>
      </p:pic>
    </p:spTree>
  </p:cSld>
  <p:clrMapOvr>
    <a:masterClrMapping/>
  </p:clrMapOvr>
  <p:transition spd="slow">
    <p:wipe/>
  </p:transition>
</p:sld>
</file>

<file path=ppt/theme/theme1.xml><?xml version="1.0" encoding="utf-8"?>
<a:theme xmlns:a="http://schemas.openxmlformats.org/drawingml/2006/main" name="PA&amp;E-Template">
  <a:themeElements>
    <a:clrScheme name="PA&amp;E-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PA&amp;E-Template">
      <a:majorFont>
        <a:latin typeface="Arial Black"/>
        <a:ea typeface="ＭＳ Ｐゴシック"/>
        <a:cs typeface="ＭＳ Ｐゴシック"/>
      </a:majorFont>
      <a:minorFont>
        <a:latin typeface="Arial"/>
        <a:ea typeface="ＭＳ Ｐゴシック"/>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a:ln>
              <a:noFill/>
            </a:ln>
            <a:solidFill>
              <a:schemeClr val="tx1"/>
            </a:solidFill>
            <a:effectLst/>
            <a:latin typeface="Arial" pitchFamily="-112" charset="0"/>
            <a:ea typeface="ＭＳ Ｐゴシック" pitchFamily="-112" charset="-128"/>
            <a:cs typeface="ＭＳ Ｐゴシック" pitchFamily="-112"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a:ln>
              <a:noFill/>
            </a:ln>
            <a:solidFill>
              <a:schemeClr val="tx1"/>
            </a:solidFill>
            <a:effectLst/>
            <a:latin typeface="Arial" pitchFamily="-112" charset="0"/>
            <a:ea typeface="ＭＳ Ｐゴシック" pitchFamily="-112" charset="-128"/>
            <a:cs typeface="ＭＳ Ｐゴシック" pitchFamily="-112" charset="-128"/>
          </a:defRPr>
        </a:defPPr>
      </a:lstStyle>
    </a:lnDef>
  </a:objectDefaults>
  <a:extraClrSchemeLst>
    <a:extraClrScheme>
      <a:clrScheme name="PA&amp;E-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A&amp;E-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PA&amp;E-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PA&amp;E-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PA&amp;E-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PA&amp;E-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PA&amp;E-Template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PA&amp;E-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PA&amp;E-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PA&amp;E-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PA&amp;E-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PA&amp;E-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6147</TotalTime>
  <Words>5084</Words>
  <Application>Microsoft Macintosh PowerPoint</Application>
  <PresentationFormat>Widescreen</PresentationFormat>
  <Paragraphs>406</Paragraphs>
  <Slides>47</Slides>
  <Notes>33</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47</vt:i4>
      </vt:variant>
    </vt:vector>
  </HeadingPairs>
  <TitlesOfParts>
    <vt:vector size="55" baseType="lpstr">
      <vt:lpstr>Arial</vt:lpstr>
      <vt:lpstr>Arial Black</vt:lpstr>
      <vt:lpstr>Calibri</vt:lpstr>
      <vt:lpstr>Google Sans</vt:lpstr>
      <vt:lpstr>System Font Regular</vt:lpstr>
      <vt:lpstr>Times New Roman</vt:lpstr>
      <vt:lpstr>PA&amp;E-Template</vt:lpstr>
      <vt:lpstr>Photo Editor Photo</vt:lpstr>
      <vt:lpstr>PowerPoint Presentation</vt:lpstr>
      <vt:lpstr>ORIGINS</vt:lpstr>
      <vt:lpstr>INITIAL KENNEDY VIEWS ON SPACE</vt:lpstr>
      <vt:lpstr>YURI GAGARIN – FIRST HUMAN IN SPACE – APRIL 12, 1961</vt:lpstr>
      <vt:lpstr>KENNEDY SETS OUT THE REQUIREMENTS</vt:lpstr>
      <vt:lpstr>PowerPoint Presentation</vt:lpstr>
      <vt:lpstr>WHY THE MOON?</vt:lpstr>
      <vt:lpstr>How to Get there?</vt:lpstr>
      <vt:lpstr>Internal NASA Debate</vt:lpstr>
      <vt:lpstr>Internal Administration Debate</vt:lpstr>
      <vt:lpstr>The Gemini Program 1964-1966</vt:lpstr>
      <vt:lpstr>Loss of Key Soviet Space Leaders </vt:lpstr>
      <vt:lpstr>Soviet N-1 Lunar Booster</vt:lpstr>
      <vt:lpstr>Soviet Human Spaceflight Losses</vt:lpstr>
      <vt:lpstr>PowerPoint Presentation</vt:lpstr>
      <vt:lpstr>Lyndon Baines Johnson 1957-69</vt:lpstr>
      <vt:lpstr>PowerPoint Presentation</vt:lpstr>
      <vt:lpstr>First and Second Men on the Moon</vt:lpstr>
      <vt:lpstr>Lunar Landing Sites</vt:lpstr>
      <vt:lpstr>Apollo Highlights</vt:lpstr>
      <vt:lpstr>Apollo Guidance Computer</vt:lpstr>
      <vt:lpstr>PowerPoint Presentation</vt:lpstr>
      <vt:lpstr>THE APOLLO BUILDUP</vt:lpstr>
      <vt:lpstr>PowerPoint Presentation</vt:lpstr>
      <vt:lpstr>DIFFERING VIEWS ON U.S. SPACE GOALS</vt:lpstr>
      <vt:lpstr>PowerPoint Presentation</vt:lpstr>
      <vt:lpstr>PowerPoint Presentation</vt:lpstr>
      <vt:lpstr>PROJECT APOLLO AND NATIONAL SECURITY</vt:lpstr>
      <vt:lpstr>GOING TO THE MOON WITH THE SOVIET UNION: PURSUIT OF AN ILLUSION?</vt:lpstr>
      <vt:lpstr>WERE MAJOR CHANGES IN THE WIND?</vt:lpstr>
      <vt:lpstr>JFK REGAINS HIS ENTHUSIASM </vt:lpstr>
      <vt:lpstr>DID THE U. S. REALLY GO TO THE MOON?</vt:lpstr>
      <vt:lpstr>WAS THE SPACE RACE REAL?</vt:lpstr>
      <vt:lpstr>PowerPoint Presentation</vt:lpstr>
      <vt:lpstr>PowerPoint Presentation</vt:lpstr>
      <vt:lpstr>PowerPoint Presentation</vt:lpstr>
      <vt:lpstr>Apollo-Soyuz in the Air and Space Museum</vt:lpstr>
      <vt:lpstr>A Sense of Scale</vt:lpstr>
      <vt:lpstr>PowerPoint Presentation</vt:lpstr>
      <vt:lpstr>PowerPoint Presentation</vt:lpstr>
      <vt:lpstr>PowerPoint Presentation</vt:lpstr>
      <vt:lpstr>PowerPoint Presentation</vt:lpstr>
      <vt:lpstr>IMPACTS OF APOLLO?</vt:lpstr>
      <vt:lpstr>Topics for Discussion</vt:lpstr>
      <vt:lpstr>Topics for Discussion (cont.)</vt:lpstr>
      <vt:lpstr>PowerPoint Presentation</vt:lpstr>
      <vt:lpstr>Comparison to Ares I and Ares V</vt:lpstr>
    </vt:vector>
  </TitlesOfParts>
  <Company>NASA  HQ</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Institutional Requirements Review</dc:title>
  <dc:creator>NASA  HQ</dc:creator>
  <cp:lastModifiedBy>Reviewer</cp:lastModifiedBy>
  <cp:revision>696</cp:revision>
  <cp:lastPrinted>2016-09-11T20:03:24Z</cp:lastPrinted>
  <dcterms:created xsi:type="dcterms:W3CDTF">2011-08-27T18:06:13Z</dcterms:created>
  <dcterms:modified xsi:type="dcterms:W3CDTF">2026-08-15T17:55:46Z</dcterms:modified>
</cp:coreProperties>
</file>